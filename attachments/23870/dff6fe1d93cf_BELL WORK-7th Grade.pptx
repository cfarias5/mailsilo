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8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21D5-7D16-4FD6-A6DE-9BB2FAA14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FF7AB-5930-4B67-8797-CADFD4954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EE8F-9AC4-48D1-8DCB-D5CCCEB9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690A-3E79-48F1-AB06-B2A4930A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52593-3772-4082-8368-FA570C3E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9579-8FEC-45F0-BD37-3EAE5F3B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EE37-A963-4D7B-B841-E3AB99616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59444-8C81-40F4-A235-9302CD4F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4F19F-2CD2-43D8-9AA0-06C38462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73DCB-4F7F-4313-AC3E-7A4DEDF6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5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C7C2-BCF1-4D3F-82D6-A462991A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8CC4C-131C-4A46-98DC-6FC65E0D8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A839-4779-4608-9F7F-AE146ED6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E4BB0-CD1B-450E-B32F-8CDAA1E2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0AA1A-9088-4CA3-A929-A4747CC6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0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4DA1-55E3-40FC-8658-0E1A09AD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54A1B-A434-4265-B66B-543A15E2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3021E-C97D-4A7F-92DD-6E2152CC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17298-4868-4C2A-B052-F3B023B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6D62A-7CF3-4AF5-B4FC-2955D571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63639-A38B-4328-86EC-FE394446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2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55E1-81D3-4762-BB0A-9B13B2E2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D9B72-1325-4BA7-85B8-A3DD423CF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E019A-8320-4DDD-BE0D-A9721E9F9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CFAFC-3D50-4F66-A9F6-57BF6F35C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5BFDD-F943-4661-A2BC-9D661723E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BA3CA-11AF-4A4A-80E9-56B0B981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7F080C-9B58-4869-829F-6204FFEA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1B7575-C71E-4EE3-BC47-918CE15F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1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B81C-264C-41D3-8BAE-A110477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B9E04-5292-4B9C-853A-4305A542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62394-6E23-4688-92AD-79BB19E71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D8A03-DC62-4F8B-9D7F-A93B117A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6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2AB2C7-845F-4C4A-B0B4-761C1C12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6E248-7FE7-46DC-96A5-6E550A93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71413-152C-431D-B31B-F840859F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6738-475C-4C60-91BD-9D87012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793EA-B0D3-4E9C-9F9A-534435F8C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1A76E-BD25-4BF8-9478-ED018C8C5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F4C1D-31F2-4249-89A7-99E44694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98A43-8FA9-4448-8955-57A0F357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99EB2-8EC4-409E-95A9-B560D8EF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0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E6134-D839-4EDF-B51A-8373AAA9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61E4C-033C-4BE9-AE02-BC52DBA45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85135-75AE-4F02-9101-07289F7F5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366D2-11C3-4A34-BCCA-20AA54FF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22A34-EEB4-4C52-9804-9F53D745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87456-DE1D-4A8B-BA88-7C752405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2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02BD-31A4-4E3F-8F32-D47112AC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C672D-E5DC-4CE2-BA7F-0208DD2F5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3BFA5-61F4-40CE-95C8-5AAE2074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FB1D1-8BF5-47F1-B48A-C762E176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8CF99-C726-490A-9323-63DD7E7A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2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BDBBC-97F1-4D73-87D0-61734AF3E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4FB5-1DB2-40D9-B447-A1D68F18A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43D45-DDA7-40D4-A407-279F85E8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BA68C-51C7-43B0-81DB-627D39AA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5EC43-7F76-4764-A1D9-6B50CE87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7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E668D-EEA1-481E-A0EE-10C89CEB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04459-F534-45D6-B2CD-743B89ABC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1CEC-D7E4-4CC0-802C-01F96A2FC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D9859-1E09-4F41-B08C-63AC11FEEE3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42E20-DFBB-46EA-9A47-68E5F7115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6BA80-F61A-4D27-BDE7-6E0F6602F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E70FC-9691-40B8-907D-E7BE6C012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7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Besides Florida, which states border the Gulf of Mexico?  What are their capitals?</a:t>
            </a:r>
          </a:p>
        </p:txBody>
      </p:sp>
    </p:spTree>
    <p:extLst>
      <p:ext uri="{BB962C8B-B14F-4D97-AF65-F5344CB8AC3E}">
        <p14:creationId xmlns:p14="http://schemas.microsoft.com/office/powerpoint/2010/main" val="69099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Name a country that was a U.S. territory.</a:t>
            </a:r>
          </a:p>
        </p:txBody>
      </p:sp>
    </p:spTree>
    <p:extLst>
      <p:ext uri="{BB962C8B-B14F-4D97-AF65-F5344CB8AC3E}">
        <p14:creationId xmlns:p14="http://schemas.microsoft.com/office/powerpoint/2010/main" val="277959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two states do not boarder another U.S. state?</a:t>
            </a:r>
          </a:p>
        </p:txBody>
      </p:sp>
    </p:spTree>
    <p:extLst>
      <p:ext uri="{BB962C8B-B14F-4D97-AF65-F5344CB8AC3E}">
        <p14:creationId xmlns:p14="http://schemas.microsoft.com/office/powerpoint/2010/main" val="24237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Is Florida a continent, island, or peninsula?  </a:t>
            </a:r>
          </a:p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boarders Florida in the north, south, east and west?</a:t>
            </a:r>
          </a:p>
        </p:txBody>
      </p:sp>
    </p:spTree>
    <p:extLst>
      <p:ext uri="{BB962C8B-B14F-4D97-AF65-F5344CB8AC3E}">
        <p14:creationId xmlns:p14="http://schemas.microsoft.com/office/powerpoint/2010/main" val="377153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is the Medal of Freedom?</a:t>
            </a:r>
          </a:p>
          <a:p>
            <a:pPr algn="l"/>
            <a:r>
              <a:rPr lang="en-US" sz="3200" b="1" dirty="0">
                <a:solidFill>
                  <a:schemeClr val="accent1"/>
                </a:solidFill>
              </a:rPr>
              <a:t>Why did Marjory Stoneman Douglas receive the Medal of Freedom?</a:t>
            </a:r>
          </a:p>
        </p:txBody>
      </p:sp>
    </p:spTree>
    <p:extLst>
      <p:ext uri="{BB962C8B-B14F-4D97-AF65-F5344CB8AC3E}">
        <p14:creationId xmlns:p14="http://schemas.microsoft.com/office/powerpoint/2010/main" val="330711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are some significant waterways found in the United States?</a:t>
            </a:r>
          </a:p>
        </p:txBody>
      </p:sp>
    </p:spTree>
    <p:extLst>
      <p:ext uri="{BB962C8B-B14F-4D97-AF65-F5344CB8AC3E}">
        <p14:creationId xmlns:p14="http://schemas.microsoft.com/office/powerpoint/2010/main" val="115228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5442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was the average temperature in Orlando for:</a:t>
            </a:r>
          </a:p>
          <a:p>
            <a:pPr marL="514350" indent="-514350" algn="l">
              <a:buAutoNum type="arabicPeriod"/>
            </a:pPr>
            <a:r>
              <a:rPr lang="en-US" sz="3200" b="1" dirty="0">
                <a:solidFill>
                  <a:schemeClr val="accent1"/>
                </a:solidFill>
              </a:rPr>
              <a:t>July, 4 1776</a:t>
            </a:r>
          </a:p>
          <a:p>
            <a:pPr marL="514350" indent="-514350" algn="l">
              <a:buAutoNum type="arabicPeriod"/>
            </a:pPr>
            <a:r>
              <a:rPr lang="en-US" sz="3200" b="1" dirty="0">
                <a:solidFill>
                  <a:schemeClr val="accent1"/>
                </a:solidFill>
              </a:rPr>
              <a:t>July, 4, 2021</a:t>
            </a:r>
          </a:p>
          <a:p>
            <a:pPr algn="l"/>
            <a:r>
              <a:rPr lang="en-US" sz="3200" b="1" dirty="0">
                <a:solidFill>
                  <a:schemeClr val="accent1"/>
                </a:solidFill>
              </a:rPr>
              <a:t>3. What is your favorite season in Florida?</a:t>
            </a:r>
          </a:p>
          <a:p>
            <a:pPr algn="l"/>
            <a:endParaRPr lang="en-US" sz="3200" b="1" dirty="0">
              <a:solidFill>
                <a:schemeClr val="accent1"/>
              </a:solidFill>
            </a:endParaRPr>
          </a:p>
          <a:p>
            <a:pPr algn="l"/>
            <a:endParaRPr lang="en-US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179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917" y="2432483"/>
            <a:ext cx="9283083" cy="4023976"/>
          </a:xfrm>
        </p:spPr>
        <p:txBody>
          <a:bodyPr>
            <a:normAutofit/>
          </a:bodyPr>
          <a:lstStyle/>
          <a:p>
            <a:pPr algn="l"/>
            <a:endParaRPr lang="en-US" sz="3200" b="1" dirty="0">
              <a:solidFill>
                <a:schemeClr val="accent1"/>
              </a:solidFill>
            </a:endParaRPr>
          </a:p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are some natural causes of erosion of the beaches?</a:t>
            </a:r>
          </a:p>
          <a:p>
            <a:pPr algn="l"/>
            <a:endParaRPr lang="en-US" sz="3200" b="1" dirty="0">
              <a:solidFill>
                <a:schemeClr val="accent1"/>
              </a:solidFill>
            </a:endParaRPr>
          </a:p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are some human causes of erosion of the beaches?</a:t>
            </a:r>
          </a:p>
        </p:txBody>
      </p:sp>
    </p:spTree>
    <p:extLst>
      <p:ext uri="{BB962C8B-B14F-4D97-AF65-F5344CB8AC3E}">
        <p14:creationId xmlns:p14="http://schemas.microsoft.com/office/powerpoint/2010/main" val="237821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917" y="2432483"/>
            <a:ext cx="9283083" cy="402397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Review </a:t>
            </a:r>
            <a:r>
              <a:rPr lang="en-US" sz="3200" b="1">
                <a:solidFill>
                  <a:schemeClr val="accent1"/>
                </a:solidFill>
              </a:rPr>
              <a:t>Questions pg.33 #s 4 &amp; 5</a:t>
            </a:r>
            <a:endParaRPr lang="en-US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545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917" y="2432483"/>
            <a:ext cx="9283083" cy="402397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What are the 5 regions of the United States?</a:t>
            </a:r>
          </a:p>
        </p:txBody>
      </p:sp>
    </p:spTree>
    <p:extLst>
      <p:ext uri="{BB962C8B-B14F-4D97-AF65-F5344CB8AC3E}">
        <p14:creationId xmlns:p14="http://schemas.microsoft.com/office/powerpoint/2010/main" val="138879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471C-960F-42D6-A6DD-A38BE976D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754" y="1122363"/>
            <a:ext cx="8426245" cy="8342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FF012-7432-484B-B604-AA30DE0DD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917" y="2432483"/>
            <a:ext cx="9283083" cy="402397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Name two presidents who came from the south?</a:t>
            </a:r>
          </a:p>
        </p:txBody>
      </p:sp>
    </p:spTree>
    <p:extLst>
      <p:ext uri="{BB962C8B-B14F-4D97-AF65-F5344CB8AC3E}">
        <p14:creationId xmlns:p14="http://schemas.microsoft.com/office/powerpoint/2010/main" val="292675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194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WORK</dc:title>
  <dc:creator>Florence Pisano</dc:creator>
  <cp:lastModifiedBy>Florence Pisano</cp:lastModifiedBy>
  <cp:revision>6</cp:revision>
  <dcterms:created xsi:type="dcterms:W3CDTF">2021-08-23T16:32:31Z</dcterms:created>
  <dcterms:modified xsi:type="dcterms:W3CDTF">2021-09-07T04:48:46Z</dcterms:modified>
</cp:coreProperties>
</file>