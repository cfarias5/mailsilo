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3" r:id="rId9"/>
    <p:sldId id="262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86" d="100"/>
          <a:sy n="86" d="100"/>
        </p:scale>
        <p:origin x="47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4D20C-4498-4491-A6CB-C20325F1B3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A28E84-7FA6-4871-87D6-49E301A990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D0BCDA-FEE6-405C-BED5-635E2DADA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C42F6-4BAA-419C-95BC-AD66BA38DB02}" type="datetimeFigureOut">
              <a:rPr lang="en-US" smtClean="0"/>
              <a:t>9/6/2021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D15104-DC5E-4E7F-B4B9-D4B4BF9A9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EE871-6AC4-48C0-BE22-C30B6442F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2250C-0D52-4F87-801D-8E28244D4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048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67BE2-5764-409D-BD35-B2B5DA56A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867DC-5463-454F-AF96-6B4BFC72C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02CB3E-CAFD-4C4F-9AE4-AD108CEEB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C42F6-4BAA-419C-95BC-AD66BA38DB02}" type="datetimeFigureOut">
              <a:rPr lang="en-US" smtClean="0"/>
              <a:t>9/6/2021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89B265-8CD0-4C5D-94F8-77199FF63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4724B-F7E3-4290-B870-0388D82DF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2250C-0D52-4F87-801D-8E28244D4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484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6EA01-0865-4F81-892B-E58D55D39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77FBDF-DDCB-4096-9149-99DD08D998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B5F7F-11AA-45E6-A911-A1FE4F03C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C42F6-4BAA-419C-95BC-AD66BA38DB02}" type="datetimeFigureOut">
              <a:rPr lang="en-US" smtClean="0"/>
              <a:t>9/6/2021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C2AC7-A68B-4EFD-B23B-871D2189F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F0994-413C-4A97-9F39-5200BDBDB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2250C-0D52-4F87-801D-8E28244D4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649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6ED02-90F9-4A03-A3D7-A505D7C03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CFFA8-613B-4CC4-979A-B9BAEEE5B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0F00FE-0B6C-45AD-902A-99B7F771FA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D2CA35-EC30-4AB7-B4A8-CBE994067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C42F6-4BAA-419C-95BC-AD66BA38DB02}" type="datetimeFigureOut">
              <a:rPr lang="en-US" smtClean="0"/>
              <a:t>9/6/2021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6929C1-5388-476C-A18D-42DA1911C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8C3195-1E25-4C18-90B5-F802635F2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2250C-0D52-4F87-801D-8E28244D4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454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2F63B-3529-4E2F-9E88-BAF10BB3A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2074DB-F8A0-4941-9219-50A1334C21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8F3FF8-F5D5-4649-BA46-9D89713FC6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326AB7-BCD4-4B72-8248-B9AEA71A75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9AA784-AB3C-49DE-9D7E-DBD2348919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561D30-E4F7-4DCF-B577-D72B15A3E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C42F6-4BAA-419C-95BC-AD66BA38DB02}" type="datetimeFigureOut">
              <a:rPr lang="en-US" smtClean="0"/>
              <a:t>9/6/2021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4C11C6-C71F-4EBF-B901-A0BD57EA9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27362D-8DC4-4790-83EC-900B79A91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2250C-0D52-4F87-801D-8E28244D4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54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A63-BC77-4D2A-A874-CBFBDD90A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00D0C7-6D8F-4E2A-9CF0-E1D9535E5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C42F6-4BAA-419C-95BC-AD66BA38DB02}" type="datetimeFigureOut">
              <a:rPr lang="en-US" smtClean="0"/>
              <a:t>9/6/2021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50894A-F899-4DC8-820D-750D52224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88E66B-5650-4CBA-8813-D695CDEDF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2250C-0D52-4F87-801D-8E28244D4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677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07F44C-C4BD-4520-A55C-B42733D18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C42F6-4BAA-419C-95BC-AD66BA38DB02}" type="datetimeFigureOut">
              <a:rPr lang="en-US" smtClean="0"/>
              <a:t>9/6/2021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AABD33-0CD5-4250-ABE8-B268B4805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6B3D99-4770-4BC9-933E-6CDB5EFAF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2250C-0D52-4F87-801D-8E28244D4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44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5BFDF-C2C5-4242-B828-42B7C17B5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AC186-4159-45B4-B5C6-8311CF08C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C948A7-38C3-4B8F-9428-8127DB3506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80807D-8C39-4FFA-94A9-4B276DF1A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C42F6-4BAA-419C-95BC-AD66BA38DB02}" type="datetimeFigureOut">
              <a:rPr lang="en-US" smtClean="0"/>
              <a:t>9/6/2021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F763CF-C5C8-4FF3-BCD3-93FA1F960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4FD699-73D9-4D35-B32A-0991A12AA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2250C-0D52-4F87-801D-8E28244D4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076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8B910-782D-4C47-BDFB-24F57F964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E2D2A6-EFAC-4420-A4A2-0FD4C884EB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99FB5F-8ECC-4396-903F-073BA083F2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F86392-113D-4C6E-A24C-9A46D3D9E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C42F6-4BAA-419C-95BC-AD66BA38DB02}" type="datetimeFigureOut">
              <a:rPr lang="en-US" smtClean="0"/>
              <a:t>9/6/2021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212623-FB6B-439F-869E-FBB19685F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79829A-0B93-40C8-9C07-617CA1B20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2250C-0D52-4F87-801D-8E28244D4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875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4215B-2C1E-4635-A7BF-1EF78954F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8ABF33-CC43-46BC-97E3-F218DD4B0D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888E9E-BB5E-4523-8B3A-B40C1E1FF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C42F6-4BAA-419C-95BC-AD66BA38DB02}" type="datetimeFigureOut">
              <a:rPr lang="en-US" smtClean="0"/>
              <a:t>9/6/2021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25488-38A5-4E94-8A18-93FA3B5C7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19BFA5-2D60-45B8-B537-E8D688643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2250C-0D52-4F87-801D-8E28244D4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118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3803A0-019B-440A-83B8-550439F021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368230-49D7-405B-93C9-236CF11207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7920A-21A2-4DF6-8868-1F96A3D3C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C42F6-4BAA-419C-95BC-AD66BA38DB02}" type="datetimeFigureOut">
              <a:rPr lang="en-US" smtClean="0"/>
              <a:t>9/6/2021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07673-6A6F-4334-A3EA-7D47034C7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CFDE2-232C-40B4-BB55-FB18FE5A0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2250C-0D52-4F87-801D-8E28244D4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860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E23C1E-6F68-466D-B29B-84CF57555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3EFE7-3AEB-4534-A43C-2C82E15D40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92135-99CE-4105-99B0-472F04CD12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DC42F6-4BAA-419C-95BC-AD66BA38DB02}" type="datetimeFigureOut">
              <a:rPr lang="en-US" smtClean="0"/>
              <a:t>9/6/2021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08D99-5AD4-4A7B-B51C-96BAE20CF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33432-A63E-47AA-92E9-6EF596F190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C2250C-0D52-4F87-801D-8E28244D4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294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ia.gov/energyexplained/solar/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XAUOzk_LP5g" TargetMode="Externa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33D89-A910-4FDE-8CC1-75BB050876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1336" y="540689"/>
            <a:ext cx="8926663" cy="1150459"/>
          </a:xfrm>
          <a:solidFill>
            <a:schemeClr val="accent1"/>
          </a:solidFill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Bell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68A29-0D7E-467E-B040-ABDE735E01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solidFill>
            <a:schemeClr val="accent1"/>
          </a:solidFill>
        </p:spPr>
        <p:txBody>
          <a:bodyPr>
            <a:normAutofit/>
          </a:bodyPr>
          <a:lstStyle/>
          <a:p>
            <a:pPr marL="514350" indent="-514350" algn="l">
              <a:buAutoNum type="arabicPeriod"/>
            </a:pPr>
            <a:r>
              <a:rPr lang="en-US" sz="3200" b="1" dirty="0">
                <a:solidFill>
                  <a:schemeClr val="bg1"/>
                </a:solidFill>
              </a:rPr>
              <a:t>Give an example of a primary source.</a:t>
            </a:r>
          </a:p>
          <a:p>
            <a:pPr marL="514350" indent="-514350" algn="l">
              <a:buAutoNum type="arabicPeriod"/>
            </a:pPr>
            <a:r>
              <a:rPr lang="en-US" sz="3200" b="1" dirty="0">
                <a:solidFill>
                  <a:schemeClr val="bg1"/>
                </a:solidFill>
              </a:rPr>
              <a:t>Give an example of a secondary source.</a:t>
            </a:r>
          </a:p>
        </p:txBody>
      </p:sp>
    </p:spTree>
    <p:extLst>
      <p:ext uri="{BB962C8B-B14F-4D97-AF65-F5344CB8AC3E}">
        <p14:creationId xmlns:p14="http://schemas.microsoft.com/office/powerpoint/2010/main" val="1229413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33D89-A910-4FDE-8CC1-75BB050876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1336" y="540689"/>
            <a:ext cx="8926663" cy="1150459"/>
          </a:xfrm>
          <a:solidFill>
            <a:schemeClr val="accent1"/>
          </a:solidFill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Bell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68A29-0D7E-467E-B040-ABDE735E01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641795"/>
            <a:ext cx="9144000" cy="1655762"/>
          </a:xfrm>
          <a:solidFill>
            <a:schemeClr val="accent1"/>
          </a:solidFill>
        </p:spPr>
        <p:txBody>
          <a:bodyPr>
            <a:normAutofit/>
          </a:bodyPr>
          <a:lstStyle/>
          <a:p>
            <a:pPr marL="514350" indent="-514350" algn="l">
              <a:buAutoNum type="arabicPeriod"/>
            </a:pPr>
            <a:r>
              <a:rPr lang="en-US" sz="3200" b="1" dirty="0">
                <a:solidFill>
                  <a:schemeClr val="bg1"/>
                </a:solidFill>
              </a:rPr>
              <a:t>Making Comparisons – Do the activity, “Critical Thinking,” on page 11.</a:t>
            </a:r>
          </a:p>
        </p:txBody>
      </p:sp>
    </p:spTree>
    <p:extLst>
      <p:ext uri="{BB962C8B-B14F-4D97-AF65-F5344CB8AC3E}">
        <p14:creationId xmlns:p14="http://schemas.microsoft.com/office/powerpoint/2010/main" val="2426851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33D89-A910-4FDE-8CC1-75BB050876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1336" y="540689"/>
            <a:ext cx="8926663" cy="1150459"/>
          </a:xfrm>
          <a:solidFill>
            <a:schemeClr val="accent1"/>
          </a:solidFill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Bell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68A29-0D7E-467E-B040-ABDE735E01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641795"/>
            <a:ext cx="9144000" cy="1655762"/>
          </a:xfrm>
          <a:solidFill>
            <a:schemeClr val="accent1"/>
          </a:solidFill>
        </p:spPr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chemeClr val="bg1"/>
                </a:solidFill>
              </a:rPr>
              <a:t>What are the 5 themes of geography?</a:t>
            </a:r>
          </a:p>
        </p:txBody>
      </p:sp>
    </p:spTree>
    <p:extLst>
      <p:ext uri="{BB962C8B-B14F-4D97-AF65-F5344CB8AC3E}">
        <p14:creationId xmlns:p14="http://schemas.microsoft.com/office/powerpoint/2010/main" val="3428682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33D89-A910-4FDE-8CC1-75BB050876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1336" y="540689"/>
            <a:ext cx="8926663" cy="1150459"/>
          </a:xfrm>
          <a:solidFill>
            <a:schemeClr val="accent1"/>
          </a:solidFill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Bell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68A29-0D7E-467E-B040-ABDE735E01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641795"/>
            <a:ext cx="9144000" cy="1655762"/>
          </a:xfrm>
          <a:solidFill>
            <a:schemeClr val="accent1"/>
          </a:solidFill>
        </p:spPr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chemeClr val="bg1"/>
                </a:solidFill>
              </a:rPr>
              <a:t>What is the difference between a “political map” and a “physical map?” –pg.15 </a:t>
            </a:r>
          </a:p>
        </p:txBody>
      </p:sp>
    </p:spTree>
    <p:extLst>
      <p:ext uri="{BB962C8B-B14F-4D97-AF65-F5344CB8AC3E}">
        <p14:creationId xmlns:p14="http://schemas.microsoft.com/office/powerpoint/2010/main" val="2876972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33D89-A910-4FDE-8CC1-75BB050876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1336" y="540689"/>
            <a:ext cx="8926663" cy="1150459"/>
          </a:xfrm>
          <a:solidFill>
            <a:schemeClr val="accent1"/>
          </a:solidFill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Bell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68A29-0D7E-467E-B040-ABDE735E01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641795"/>
            <a:ext cx="9144000" cy="1655762"/>
          </a:xfrm>
          <a:solidFill>
            <a:schemeClr val="accent1"/>
          </a:solidFill>
        </p:spPr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chemeClr val="bg1"/>
                </a:solidFill>
              </a:rPr>
              <a:t>Give an example of why a physical system can affect where and how humans live.  Pg. 19</a:t>
            </a:r>
          </a:p>
        </p:txBody>
      </p:sp>
    </p:spTree>
    <p:extLst>
      <p:ext uri="{BB962C8B-B14F-4D97-AF65-F5344CB8AC3E}">
        <p14:creationId xmlns:p14="http://schemas.microsoft.com/office/powerpoint/2010/main" val="3172725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33D89-A910-4FDE-8CC1-75BB050876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1336" y="540689"/>
            <a:ext cx="8926663" cy="1150459"/>
          </a:xfrm>
          <a:solidFill>
            <a:schemeClr val="accent1"/>
          </a:solidFill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Bell Work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516960F-7B08-4AF3-AF76-5BA91BF8D1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56021"/>
            <a:ext cx="9144000" cy="4901979"/>
          </a:xfrm>
        </p:spPr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Solar explained - U.S. Energy Information Administration (EIA)</a:t>
            </a:r>
            <a:endParaRPr lang="en-US" dirty="0"/>
          </a:p>
          <a:p>
            <a:endParaRPr lang="en-US" dirty="0"/>
          </a:p>
          <a:p>
            <a:r>
              <a:rPr lang="en-US" dirty="0"/>
              <a:t>1. </a:t>
            </a:r>
            <a:r>
              <a:rPr lang="en-US" b="1" u="sng" dirty="0">
                <a:solidFill>
                  <a:srgbClr val="FF0000"/>
                </a:solidFill>
              </a:rPr>
              <a:t>Read:</a:t>
            </a:r>
            <a:r>
              <a:rPr lang="en-US" dirty="0"/>
              <a:t>“ Florida Connection” in Chapter 1, Lesson 2.  </a:t>
            </a:r>
          </a:p>
          <a:p>
            <a:r>
              <a:rPr lang="en-US" dirty="0"/>
              <a:t>2. </a:t>
            </a:r>
            <a:r>
              <a:rPr lang="en-US" b="1" u="sng" dirty="0">
                <a:solidFill>
                  <a:srgbClr val="FF0000"/>
                </a:solidFill>
              </a:rPr>
              <a:t>Read:</a:t>
            </a:r>
            <a:r>
              <a:rPr lang="en-US" dirty="0"/>
              <a:t> go to the link above and read the information on solar energy.</a:t>
            </a:r>
          </a:p>
          <a:p>
            <a:r>
              <a:rPr lang="en-US" dirty="0"/>
              <a:t>3. </a:t>
            </a:r>
            <a:r>
              <a:rPr lang="en-US" b="1" u="sng" dirty="0">
                <a:solidFill>
                  <a:srgbClr val="FF0000"/>
                </a:solidFill>
              </a:rPr>
              <a:t>Answer:</a:t>
            </a:r>
            <a:r>
              <a:rPr lang="en-US" b="1" u="sng" dirty="0"/>
              <a:t>  </a:t>
            </a:r>
            <a:r>
              <a:rPr lang="en-US" dirty="0"/>
              <a:t>Explain why you think Florida should continue or not continue investing in solar energy.</a:t>
            </a:r>
          </a:p>
          <a:p>
            <a:endParaRPr lang="en-US" dirty="0"/>
          </a:p>
          <a:p>
            <a:r>
              <a:rPr lang="en-US" dirty="0"/>
              <a:t>You can copy the link above from the assignment section of </a:t>
            </a:r>
            <a:r>
              <a:rPr lang="en-US"/>
              <a:t>your book.</a:t>
            </a:r>
            <a:endParaRPr lang="en-US" dirty="0"/>
          </a:p>
          <a:p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2998772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33D89-A910-4FDE-8CC1-75BB050876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1336" y="540689"/>
            <a:ext cx="8926663" cy="1150459"/>
          </a:xfrm>
          <a:solidFill>
            <a:schemeClr val="accent1"/>
          </a:solidFill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Bell Work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516960F-7B08-4AF3-AF76-5BA91BF8D1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56021"/>
            <a:ext cx="9144000" cy="4901979"/>
          </a:xfrm>
        </p:spPr>
        <p:txBody>
          <a:bodyPr>
            <a:normAutofit/>
          </a:bodyPr>
          <a:lstStyle/>
          <a:p>
            <a:pPr algn="l"/>
            <a:r>
              <a:rPr lang="en-US" sz="3600" dirty="0"/>
              <a:t>List the four factors of production and give an example or explain each factor.</a:t>
            </a:r>
          </a:p>
          <a:p>
            <a:pPr algn="l"/>
            <a:endParaRPr lang="en-US" sz="3600" dirty="0"/>
          </a:p>
          <a:p>
            <a:pPr algn="l"/>
            <a:r>
              <a:rPr lang="en-US" sz="2800">
                <a:hlinkClick r:id="rId2"/>
              </a:rPr>
              <a:t>(1110) The Four Factors of Production - YouTube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784680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33D89-A910-4FDE-8CC1-75BB050876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1336" y="540689"/>
            <a:ext cx="8926663" cy="1150459"/>
          </a:xfrm>
          <a:solidFill>
            <a:schemeClr val="accent1"/>
          </a:solidFill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Bell Work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516960F-7B08-4AF3-AF76-5BA91BF8D1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56021"/>
            <a:ext cx="9144000" cy="4901979"/>
          </a:xfrm>
        </p:spPr>
        <p:txBody>
          <a:bodyPr>
            <a:normAutofit/>
          </a:bodyPr>
          <a:lstStyle/>
          <a:p>
            <a:pPr algn="l"/>
            <a:r>
              <a:rPr lang="en-US" sz="4000" dirty="0"/>
              <a:t>The textbook claims that because of scarcity, people and societies must make choices about how to use resources.  What are the </a:t>
            </a:r>
            <a:r>
              <a:rPr lang="en-US" sz="4000" b="1" u="sng" dirty="0"/>
              <a:t>three choices</a:t>
            </a:r>
            <a:r>
              <a:rPr lang="en-US" sz="4000" dirty="0"/>
              <a:t> people and societies have to make?</a:t>
            </a:r>
          </a:p>
        </p:txBody>
      </p:sp>
    </p:spTree>
    <p:extLst>
      <p:ext uri="{BB962C8B-B14F-4D97-AF65-F5344CB8AC3E}">
        <p14:creationId xmlns:p14="http://schemas.microsoft.com/office/powerpoint/2010/main" val="3152306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33D89-A910-4FDE-8CC1-75BB050876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1336" y="540689"/>
            <a:ext cx="8926663" cy="1150459"/>
          </a:xfrm>
          <a:solidFill>
            <a:schemeClr val="accent1"/>
          </a:solidFill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Bell Work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516960F-7B08-4AF3-AF76-5BA91BF8D1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56021"/>
            <a:ext cx="9144000" cy="4901979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Give an example of an opportunity cost from your personal life.  It cannot be the same as the example from your book.</a:t>
            </a:r>
          </a:p>
        </p:txBody>
      </p:sp>
    </p:spTree>
    <p:extLst>
      <p:ext uri="{BB962C8B-B14F-4D97-AF65-F5344CB8AC3E}">
        <p14:creationId xmlns:p14="http://schemas.microsoft.com/office/powerpoint/2010/main" val="1752344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33D89-A910-4FDE-8CC1-75BB050876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1336" y="540689"/>
            <a:ext cx="8926663" cy="1150459"/>
          </a:xfrm>
          <a:solidFill>
            <a:schemeClr val="accent1"/>
          </a:solidFill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Bell Work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516960F-7B08-4AF3-AF76-5BA91BF8D1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56021"/>
            <a:ext cx="9144000" cy="4901979"/>
          </a:xfrm>
        </p:spPr>
        <p:txBody>
          <a:bodyPr>
            <a:normAutofit/>
          </a:bodyPr>
          <a:lstStyle/>
          <a:p>
            <a:pPr algn="l"/>
            <a:r>
              <a:rPr lang="en-US" sz="3600" dirty="0"/>
              <a:t>What are the three economic systems – describe each system.</a:t>
            </a:r>
          </a:p>
        </p:txBody>
      </p:sp>
    </p:spTree>
    <p:extLst>
      <p:ext uri="{BB962C8B-B14F-4D97-AF65-F5344CB8AC3E}">
        <p14:creationId xmlns:p14="http://schemas.microsoft.com/office/powerpoint/2010/main" val="246269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</TotalTime>
  <Words>267</Words>
  <Application>Microsoft Office PowerPoint</Application>
  <PresentationFormat>Widescreen</PresentationFormat>
  <Paragraphs>29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Bell Work</vt:lpstr>
      <vt:lpstr>Bell Work</vt:lpstr>
      <vt:lpstr>Bell Work</vt:lpstr>
      <vt:lpstr>Bell Work</vt:lpstr>
      <vt:lpstr>Bell Work</vt:lpstr>
      <vt:lpstr>Bell Work</vt:lpstr>
      <vt:lpstr>Bell Work</vt:lpstr>
      <vt:lpstr>Bell Work</vt:lpstr>
      <vt:lpstr>Bell Work</vt:lpstr>
      <vt:lpstr>Bell 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Bell Work</dc:title>
  <dc:creator>Florence Pisano</dc:creator>
  <cp:lastModifiedBy>Florence Pisano</cp:lastModifiedBy>
  <cp:revision>8</cp:revision>
  <dcterms:created xsi:type="dcterms:W3CDTF">2021-08-23T11:36:51Z</dcterms:created>
  <dcterms:modified xsi:type="dcterms:W3CDTF">2021-09-07T02:27:12Z</dcterms:modified>
</cp:coreProperties>
</file>