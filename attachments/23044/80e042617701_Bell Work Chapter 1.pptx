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29C5-E1F4-4DE7-8E39-F108950DE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E8A6B-172A-442F-A6E0-0F1EFD8C4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FE78-09A2-41F6-9C3A-6094D2B8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0AC2-0ACC-4534-99D8-38910651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D1068-CE22-4EE2-919A-5BF7AE93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9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8D56-07E9-43B8-AD16-6E33F675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D95D-F093-4CF9-890D-45D720559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B5913-23DC-4B39-87FD-9844C143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142B3-D4FC-49F3-8486-A6C373C3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E3EE-DDD8-4F35-B516-A9117D9E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49E7-55B1-4969-B985-C4B63C846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15A7D-41E6-4341-9F27-00B28550C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04E2-A3EF-413F-88B6-57E97AC1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62505-92A8-4659-9DBD-792E2480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CFAB-8250-4795-BF6E-8F466D0F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7E4E-936B-483E-98F3-C0ACD2A4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ACD3-7148-49FC-89E4-49FF4753A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40CB-7D77-419C-B7C1-545A5B197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FC7-6D70-41AA-95E5-87B192B0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33CC4-0AF7-4CF7-A2D1-AE9AAEF9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C7DAE-1DEE-4BF8-809F-4FA21C57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B696-D124-4256-9AAD-8748342E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63B41-0BE4-4571-8E29-0710B67C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1AB3E-649E-4D3E-AE4F-968698758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F8022-D3F0-4B70-BE52-E1863EB52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E8E92-082F-436A-9A0D-2F4574E50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AEF4B-92AE-4091-8D74-9F2BE537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D6466-9350-4951-B7C7-7929536D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879EB-7358-4C92-97F6-57D64753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7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9650-887C-46E3-A5CF-131DE0A8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92873-9959-42C0-A26D-52A63142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44AAC-0A9C-435F-AFBB-7F18AD9B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63472-A509-4409-92E9-D3E197F2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1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A98D1-EC00-4F20-8F33-04B48D85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8F098-78AF-4F93-BF04-5C87FA11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B32E1-85FB-441D-A17D-3EAEE31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366C-2A11-4C82-A05D-E252F904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BA93-FDE8-43DF-A94C-54E928919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A6EF2-318C-4FA4-B218-81BC1FC2F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DB6C9-12B8-45AE-98B6-4C45CFF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6F62-FAD4-4F22-9446-BF259CF0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28A6-09EC-4652-AC69-BDA854B2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3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423A-E8C6-4394-B016-1766B85A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2146F-DD8A-4D41-BBA0-685C3193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011CD-50BD-451C-8827-1B0007152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AB2D-85CA-429E-A23B-CDBC4D3E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0D8FB-F73A-4CED-92CF-BA5DE308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C8DC8-B371-491F-8539-D328D7D6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F7F5-ABEB-410F-837F-3D35C4A6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E0E8B-1F05-4365-BE01-F370998E0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1713-C373-4DF9-BE3D-6C650D97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C1FEB-8678-46B6-BCCF-2BA4F7CC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9DEB3-593D-4684-B92F-0D780587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1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6C72B-D7A0-4A06-A603-C66C100A6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B787D-BC58-42DA-9268-6DBE505EC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1BC45-17D7-45B5-856E-A70335D3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423D2-9210-47C2-A2B8-DE0896F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17E9-3A7E-4B08-B9B1-170D2E03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653B3-F01A-4F1A-A053-A64943B6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ED05C-C20B-4E75-BEE1-17873A4B6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9D3E1-345E-48A2-8938-A89CAE9AF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908DB-B51E-442E-AB0D-35887C50BDEE}" type="datetimeFigureOut">
              <a:rPr lang="en-US" smtClean="0"/>
              <a:t>9/1/2021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81740-667F-42CA-8AC2-5BDA43F6B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8BB7-823B-4E82-8D6B-E876023DE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0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What might you learn about a place or a historical period by studying a painting?  </a:t>
            </a:r>
          </a:p>
        </p:txBody>
      </p:sp>
    </p:spTree>
    <p:extLst>
      <p:ext uri="{BB962C8B-B14F-4D97-AF65-F5344CB8AC3E}">
        <p14:creationId xmlns:p14="http://schemas.microsoft.com/office/powerpoint/2010/main" val="210462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r>
              <a:rPr lang="en-US" sz="4000" dirty="0">
                <a:solidFill>
                  <a:schemeClr val="accent6"/>
                </a:solidFill>
              </a:rPr>
              <a:t>What is the most important meeting place in all of history?</a:t>
            </a:r>
          </a:p>
          <a:p>
            <a:endParaRPr lang="en-US" sz="4000" dirty="0">
              <a:solidFill>
                <a:schemeClr val="accent6"/>
              </a:solidFill>
            </a:endParaRPr>
          </a:p>
          <a:p>
            <a:r>
              <a:rPr lang="en-US" sz="4000" dirty="0">
                <a:solidFill>
                  <a:schemeClr val="accent6"/>
                </a:solidFill>
              </a:rPr>
              <a:t>What city and country will you find this place?</a:t>
            </a:r>
          </a:p>
          <a:p>
            <a:endParaRPr lang="en-US" sz="4000" dirty="0">
              <a:solidFill>
                <a:schemeClr val="accent6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1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On page 12 of your textbook, you will find two photos of maps. Read what is written under the maps and answer the questions.  </a:t>
            </a:r>
          </a:p>
        </p:txBody>
      </p:sp>
    </p:spTree>
    <p:extLst>
      <p:ext uri="{BB962C8B-B14F-4D97-AF65-F5344CB8AC3E}">
        <p14:creationId xmlns:p14="http://schemas.microsoft.com/office/powerpoint/2010/main" val="117937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On page 14 of your textbook, you will see a photograph of soldiers.  Read what is written below the photo and answer </a:t>
            </a:r>
            <a:r>
              <a:rPr lang="en-US" sz="3600" b="1">
                <a:solidFill>
                  <a:schemeClr val="accent6"/>
                </a:solidFill>
              </a:rPr>
              <a:t>the question.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3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>
                <a:solidFill>
                  <a:schemeClr val="accent6"/>
                </a:solidFill>
              </a:rPr>
              <a:t>Why do historians draw different conclusions about events of the past? pg. 13-14</a:t>
            </a:r>
          </a:p>
          <a:p>
            <a:r>
              <a:rPr lang="en-US" sz="3600" b="1">
                <a:solidFill>
                  <a:schemeClr val="accent6"/>
                </a:solidFill>
              </a:rPr>
              <a:t>iPad, 3-4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45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r>
              <a:rPr lang="en-US" sz="3600" b="1" dirty="0">
                <a:solidFill>
                  <a:schemeClr val="accent6"/>
                </a:solidFill>
              </a:rPr>
              <a:t>Who was </a:t>
            </a:r>
            <a:r>
              <a:rPr lang="en-US" sz="3600" b="1">
                <a:solidFill>
                  <a:schemeClr val="accent6"/>
                </a:solidFill>
              </a:rPr>
              <a:t>Genghis Khan?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80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r>
              <a:rPr lang="en-US" sz="3600" b="1" dirty="0">
                <a:solidFill>
                  <a:schemeClr val="accent6"/>
                </a:solidFill>
              </a:rPr>
              <a:t>Look through the 13 chapter titles in you book and pick three chapter titles that you want to research.</a:t>
            </a: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Explain you answer.</a:t>
            </a:r>
          </a:p>
        </p:txBody>
      </p:sp>
    </p:spTree>
    <p:extLst>
      <p:ext uri="{BB962C8B-B14F-4D97-AF65-F5344CB8AC3E}">
        <p14:creationId xmlns:p14="http://schemas.microsoft.com/office/powerpoint/2010/main" val="10067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5367</TotalTime>
  <Words>153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9</cp:revision>
  <dcterms:created xsi:type="dcterms:W3CDTF">2021-08-24T11:46:07Z</dcterms:created>
  <dcterms:modified xsi:type="dcterms:W3CDTF">2021-09-01T14:55:42Z</dcterms:modified>
</cp:coreProperties>
</file>