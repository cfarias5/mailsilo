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nce Pisano" initials="FP" lastIdx="1" clrIdx="0">
    <p:extLst>
      <p:ext uri="{19B8F6BF-5375-455C-9EA6-DF929625EA0E}">
        <p15:presenceInfo xmlns:p15="http://schemas.microsoft.com/office/powerpoint/2012/main" userId="S::fpisano@holyredeemerkissimmee.org::949aa81b-13cc-486e-a6ac-3b41d0583f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9-14T22:40:41.799" idx="1">
    <p:pos x="4599" y="1754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EB56-2CCB-477E-BB40-B9A8EEA23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65D1-7D4A-4A92-9629-BCEC1E47C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25866-3DC6-4A59-968A-710DDDA67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FF4B-5075-4E3E-B126-4EB78810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DC967-B697-459C-BBC1-752B2610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8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8A30-D122-4C4B-AE2A-53223516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BE0B-03FB-406D-94A9-4B266E78E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272CD-1D4E-4296-9FE8-628E1FAA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C9912-5964-4BAB-8318-AD5E8219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A72E4-FC0E-4C6D-837D-972BC83A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7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426B-730D-48DB-8E51-7506A0E9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2C649-D291-43B5-B4A5-87670BF8F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CE978-96C2-453D-9ADF-7312144E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DB1A5-2E4C-479C-940A-85B9B2A9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FC0BB-3EF2-4E5F-B95C-0976C0E3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3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CA22-4BE5-4016-B8B2-5F347763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A1B3-D370-4B6A-8A98-C6AB0478D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4827C-A15D-4C24-B3DF-2DE99B894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5308D-56BC-46C0-AF2B-6D1F8526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0045E-DA55-4307-A935-AD6AA845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681A-DD99-494B-80FA-97F79E80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0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3175-F534-4F74-9FC7-167F5C51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33FBB-CCD4-49DC-BCEB-E2CDB8BED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4AAD8-9300-4078-B6F4-A19BE0888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DC46F-21F1-4ED7-8AAB-5D26FCFF8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C0C77-778B-4D0E-A823-70AA489FE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9D115-11CA-438F-A198-50D27E8E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B6C8D-5299-40B8-BD6E-168EF097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03E98-75B6-4E51-8FC5-96C2739E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0AD8-3D21-4E7B-9B9C-86D9058B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B981B-5BD1-4D26-AF76-62408C79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48373-BAA3-425F-A44A-A766C38B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A37C1-E82B-4C52-BF8E-5ED78E0F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8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0AED9-0EFA-4E87-94F1-6544D979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91842-0EEA-4E5E-97DB-51FE5372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6FD83-8091-40FE-8F82-56023BBC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29CF-0F37-42B2-B781-55D636BB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7BAF-2016-4A46-A1B1-C12C973B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2E1AB-37F7-45A8-A12A-85235628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3B39C-9E8D-4718-9F2B-D83230D4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ACF0A-7BCB-40EC-B545-893B6351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C4F9B-B06F-44B2-83ED-8B0DE7F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0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C540-D506-444D-B65F-75268FA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F82AB-E4A5-4872-800B-576F9CFD4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AC5E4-B842-4211-A6C7-4B8920867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B191-45B7-4E37-8D44-F525419C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8F02D-5AA4-4841-AC21-D7C47A0F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D8CEC-92D4-468C-A196-34EA055C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51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26FA-2018-4C9E-85AE-4C55CDDC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F0441-47BF-4630-B3B2-4CF6FBD2A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CB10C-E045-4522-A29C-0E730162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8EB0-865C-4C1A-AAF7-81D35D35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8BB16-8D48-4E19-961B-1386A9D8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8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F4DBC-7227-47A2-A65A-316D6D631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55B52-84C2-4B2B-9058-2F5A43945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AA519-37F7-4395-9602-7C287307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E2180-1951-4159-BBFF-01DCCE57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617CB-79B0-48AD-9ABF-A8D98A8E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5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C1F74F-EAEF-402D-AA40-8848C1B1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B472-A1AE-4C57-9A84-8E15A898F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E9EE-9464-47F5-84F7-DA65AA20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96F2-C9D6-4C8E-972F-60A473E503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DFD78-87B3-4B5E-AABD-062D692F1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04966-EB48-4C14-B219-1B175005C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4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5400" b="1" u="sng" dirty="0">
                <a:solidFill>
                  <a:schemeClr val="accent6">
                    <a:lumMod val="75000"/>
                  </a:schemeClr>
                </a:solidFill>
              </a:rPr>
              <a:t>Define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the following words: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hemisphere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latitude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longitude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projection</a:t>
            </a: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4400" b="1" dirty="0"/>
              <a:t>These words go under your Bell Work Section</a:t>
            </a:r>
          </a:p>
        </p:txBody>
      </p:sp>
    </p:spTree>
    <p:extLst>
      <p:ext uri="{BB962C8B-B14F-4D97-AF65-F5344CB8AC3E}">
        <p14:creationId xmlns:p14="http://schemas.microsoft.com/office/powerpoint/2010/main" val="421821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5400" b="1" u="sng" dirty="0">
                <a:solidFill>
                  <a:schemeClr val="accent6">
                    <a:lumMod val="75000"/>
                  </a:schemeClr>
                </a:solidFill>
              </a:rPr>
              <a:t>Define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the following words: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physical map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political map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special purpose map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scale</a:t>
            </a: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4400" b="1" dirty="0"/>
              <a:t>These words go under your Bell Work Section</a:t>
            </a:r>
          </a:p>
        </p:txBody>
      </p:sp>
    </p:spTree>
    <p:extLst>
      <p:ext uri="{BB962C8B-B14F-4D97-AF65-F5344CB8AC3E}">
        <p14:creationId xmlns:p14="http://schemas.microsoft.com/office/powerpoint/2010/main" val="70585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sz="12000" b="1" u="sng" dirty="0">
                <a:solidFill>
                  <a:schemeClr val="accent6">
                    <a:lumMod val="75000"/>
                  </a:schemeClr>
                </a:solidFill>
              </a:rPr>
              <a:t>Define</a:t>
            </a: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 the following words:</a:t>
            </a:r>
          </a:p>
          <a:p>
            <a:pPr algn="l"/>
            <a:endParaRPr lang="en-US" sz="1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cardinal directions</a:t>
            </a: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choropleth</a:t>
            </a: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migration</a:t>
            </a: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culture</a:t>
            </a:r>
          </a:p>
          <a:p>
            <a:pPr marL="914400" indent="-914400" algn="l">
              <a:buAutoNum type="arabicPeriod"/>
            </a:pPr>
            <a:endParaRPr lang="en-US" sz="54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0000" b="1" dirty="0"/>
              <a:t>These words go under your Bell Work Section</a:t>
            </a:r>
          </a:p>
        </p:txBody>
      </p:sp>
    </p:spTree>
    <p:extLst>
      <p:ext uri="{BB962C8B-B14F-4D97-AF65-F5344CB8AC3E}">
        <p14:creationId xmlns:p14="http://schemas.microsoft.com/office/powerpoint/2010/main" val="100348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/>
          </a:bodyPr>
          <a:lstStyle/>
          <a:p>
            <a:pPr algn="l"/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914400" indent="-914400" algn="l"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What type of graph shows change over time? (pg.36)</a:t>
            </a: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2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0049-43B7-4660-BDF3-840AD3B24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265471"/>
            <a:ext cx="11248104" cy="110121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5178-26EE-4225-8E14-43FAA203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1435510"/>
            <a:ext cx="11405420" cy="5338916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6"/>
                </a:solidFill>
              </a:rPr>
              <a:t>The line that divides the Earth into northern and southern halves is called the</a:t>
            </a:r>
          </a:p>
          <a:p>
            <a:pPr algn="l"/>
            <a:endParaRPr lang="en-US" sz="3600" b="1" dirty="0">
              <a:solidFill>
                <a:schemeClr val="accent6"/>
              </a:solidFill>
            </a:endParaRP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Equator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Hemisphere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Prime Meridian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Mercator Line</a:t>
            </a:r>
            <a:endParaRPr lang="en-US" sz="3600" b="1" dirty="0"/>
          </a:p>
          <a:p>
            <a:pPr algn="l"/>
            <a:r>
              <a:rPr lang="en-US" sz="3200" b="1" dirty="0"/>
              <a:t>Your answer must be in form of a full sentence.</a:t>
            </a:r>
          </a:p>
          <a:p>
            <a:pPr algn="r"/>
            <a:r>
              <a:rPr lang="en-US" sz="1400" b="1" dirty="0">
                <a:solidFill>
                  <a:schemeClr val="accent6"/>
                </a:solidFill>
              </a:rPr>
              <a:t>9/20/21</a:t>
            </a:r>
          </a:p>
        </p:txBody>
      </p:sp>
    </p:spTree>
    <p:extLst>
      <p:ext uri="{BB962C8B-B14F-4D97-AF65-F5344CB8AC3E}">
        <p14:creationId xmlns:p14="http://schemas.microsoft.com/office/powerpoint/2010/main" val="142843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0049-43B7-4660-BDF3-840AD3B24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265471"/>
            <a:ext cx="11248104" cy="110121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5178-26EE-4225-8E14-43FAA203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1435510"/>
            <a:ext cx="11405420" cy="5338916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6"/>
                </a:solidFill>
              </a:rPr>
              <a:t>These imaginary lines circle the Earth from north to south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absolute locations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degrees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latitudes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longitudes</a:t>
            </a:r>
          </a:p>
          <a:p>
            <a:pPr marL="742950" indent="-742950" algn="l">
              <a:buAutoNum type="alphaUcPeriod"/>
            </a:pPr>
            <a:endParaRPr lang="en-US" sz="3600" b="1" dirty="0"/>
          </a:p>
          <a:p>
            <a:pPr algn="l"/>
            <a:endParaRPr lang="en-US" sz="3600" b="1" dirty="0"/>
          </a:p>
          <a:p>
            <a:pPr algn="l"/>
            <a:r>
              <a:rPr lang="en-US" sz="3200" b="1" dirty="0"/>
              <a:t>Your answer must be in form of a full sentence.</a:t>
            </a:r>
          </a:p>
          <a:p>
            <a:pPr algn="r"/>
            <a:r>
              <a:rPr lang="en-US" sz="1400" b="1" dirty="0">
                <a:solidFill>
                  <a:schemeClr val="accent6"/>
                </a:solidFill>
              </a:rPr>
              <a:t>9/21/21</a:t>
            </a:r>
          </a:p>
        </p:txBody>
      </p:sp>
    </p:spTree>
    <p:extLst>
      <p:ext uri="{BB962C8B-B14F-4D97-AF65-F5344CB8AC3E}">
        <p14:creationId xmlns:p14="http://schemas.microsoft.com/office/powerpoint/2010/main" val="114191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0049-43B7-4660-BDF3-840AD3B24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265471"/>
            <a:ext cx="11248104" cy="110121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5178-26EE-4225-8E14-43FAA203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1435510"/>
            <a:ext cx="11405420" cy="5338916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b="1" dirty="0">
                <a:solidFill>
                  <a:schemeClr val="accent6"/>
                </a:solidFill>
              </a:rPr>
              <a:t>Which of the following two </a:t>
            </a:r>
            <a:r>
              <a:rPr lang="en-US" sz="3600" b="1">
                <a:solidFill>
                  <a:schemeClr val="accent6"/>
                </a:solidFill>
              </a:rPr>
              <a:t>statements are </a:t>
            </a:r>
            <a:r>
              <a:rPr lang="en-US" sz="3600" b="1" dirty="0">
                <a:solidFill>
                  <a:schemeClr val="accent6"/>
                </a:solidFill>
              </a:rPr>
              <a:t>true?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Globes distort the features on the Earth’s surface.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Maps distort the features on the Earth’s surface.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Globes and maps are equally accurate at showing the Earth’s surface.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Geographers have no way to accurately show the Earth’s surface.</a:t>
            </a:r>
          </a:p>
          <a:p>
            <a:pPr algn="l"/>
            <a:endParaRPr lang="en-US" sz="3600" b="1" dirty="0"/>
          </a:p>
          <a:p>
            <a:pPr algn="l"/>
            <a:r>
              <a:rPr lang="en-US" sz="3200" b="1" dirty="0"/>
              <a:t>Your answer must be in form of a full sentence.</a:t>
            </a:r>
          </a:p>
          <a:p>
            <a:pPr algn="r"/>
            <a:r>
              <a:rPr lang="en-US" sz="1400" b="1" dirty="0">
                <a:solidFill>
                  <a:schemeClr val="accent6"/>
                </a:solidFill>
              </a:rPr>
              <a:t>9/22/21</a:t>
            </a:r>
          </a:p>
        </p:txBody>
      </p:sp>
    </p:spTree>
    <p:extLst>
      <p:ext uri="{BB962C8B-B14F-4D97-AF65-F5344CB8AC3E}">
        <p14:creationId xmlns:p14="http://schemas.microsoft.com/office/powerpoint/2010/main" val="170455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0049-43B7-4660-BDF3-840AD3B24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265471"/>
            <a:ext cx="11248104" cy="110121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5178-26EE-4225-8E14-43FAA203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1435510"/>
            <a:ext cx="11405420" cy="5338916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6"/>
                </a:solidFill>
              </a:rPr>
              <a:t>Which of the following is one of the Five Themes of Geography?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The uses of Geography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Human-Environment Interaction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The World in Spatial Terms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Human Systems</a:t>
            </a:r>
          </a:p>
          <a:p>
            <a:pPr algn="l"/>
            <a:endParaRPr lang="en-US" sz="3600" b="1" dirty="0"/>
          </a:p>
          <a:p>
            <a:pPr algn="l"/>
            <a:r>
              <a:rPr lang="en-US" sz="3200" b="1" dirty="0"/>
              <a:t>Your answer must be in form of a full sentence.</a:t>
            </a:r>
          </a:p>
          <a:p>
            <a:pPr algn="r"/>
            <a:r>
              <a:rPr lang="en-US" sz="1400" b="1" dirty="0">
                <a:solidFill>
                  <a:schemeClr val="accent6"/>
                </a:solidFill>
              </a:rPr>
              <a:t>9/23/21</a:t>
            </a:r>
          </a:p>
        </p:txBody>
      </p:sp>
    </p:spTree>
    <p:extLst>
      <p:ext uri="{BB962C8B-B14F-4D97-AF65-F5344CB8AC3E}">
        <p14:creationId xmlns:p14="http://schemas.microsoft.com/office/powerpoint/2010/main" val="191547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0049-43B7-4660-BDF3-840AD3B24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265471"/>
            <a:ext cx="11248104" cy="110121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5178-26EE-4225-8E14-43FAA203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1435510"/>
            <a:ext cx="11405420" cy="5338916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6"/>
                </a:solidFill>
              </a:rPr>
              <a:t>What type of map would you look at to learn about the historical battles fought in a region?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Choropleth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Physical map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Political map</a:t>
            </a:r>
          </a:p>
          <a:p>
            <a:pPr marL="742950" indent="-742950" algn="l">
              <a:buAutoNum type="alphaUcPeriod"/>
            </a:pPr>
            <a:r>
              <a:rPr lang="en-US" sz="3600" b="1" dirty="0">
                <a:solidFill>
                  <a:schemeClr val="accent6"/>
                </a:solidFill>
              </a:rPr>
              <a:t>Special-purpose map</a:t>
            </a:r>
          </a:p>
          <a:p>
            <a:pPr marL="742950" indent="-742950" algn="l">
              <a:buAutoNum type="alphaUcPeriod"/>
            </a:pPr>
            <a:endParaRPr lang="en-US" sz="3600" b="1" dirty="0"/>
          </a:p>
          <a:p>
            <a:pPr algn="l"/>
            <a:r>
              <a:rPr lang="en-US" sz="3200" b="1" dirty="0"/>
              <a:t>Your answer must be in form of a full sentence.</a:t>
            </a:r>
          </a:p>
          <a:p>
            <a:pPr algn="r"/>
            <a:r>
              <a:rPr lang="en-US" sz="1400" b="1" dirty="0">
                <a:solidFill>
                  <a:schemeClr val="accent6"/>
                </a:solidFill>
              </a:rPr>
              <a:t>9/24/21</a:t>
            </a:r>
          </a:p>
        </p:txBody>
      </p:sp>
    </p:spTree>
    <p:extLst>
      <p:ext uri="{BB962C8B-B14F-4D97-AF65-F5344CB8AC3E}">
        <p14:creationId xmlns:p14="http://schemas.microsoft.com/office/powerpoint/2010/main" val="3859707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293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Work</dc:title>
  <dc:creator>Florence Pisano</dc:creator>
  <cp:lastModifiedBy>Florence Pisano</cp:lastModifiedBy>
  <cp:revision>3</cp:revision>
  <dcterms:created xsi:type="dcterms:W3CDTF">2021-09-15T02:30:56Z</dcterms:created>
  <dcterms:modified xsi:type="dcterms:W3CDTF">2021-09-22T01:00:22Z</dcterms:modified>
</cp:coreProperties>
</file>