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</p:sldMasterIdLst>
  <p:notesMasterIdLst>
    <p:notesMasterId r:id="rId5"/>
  </p:notesMasterIdLst>
  <p:handoutMasterIdLst>
    <p:handoutMasterId r:id="rId6"/>
  </p:handoutMasterIdLst>
  <p:sldIdLst>
    <p:sldId id="315" r:id="rId2"/>
    <p:sldId id="316" r:id="rId3"/>
    <p:sldId id="299" r:id="rId4"/>
  </p:sldIdLst>
  <p:sldSz cx="6858000" cy="9144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5683"/>
    <a:srgbClr val="0F3E98"/>
    <a:srgbClr val="D3AC4D"/>
    <a:srgbClr val="FF3E44"/>
    <a:srgbClr val="D4ECFF"/>
    <a:srgbClr val="CFDDED"/>
    <a:srgbClr val="D9AC4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93" autoAdjust="0"/>
    <p:restoredTop sz="99856" autoAdjust="0"/>
  </p:normalViewPr>
  <p:slideViewPr>
    <p:cSldViewPr snapToGrid="0">
      <p:cViewPr varScale="1">
        <p:scale>
          <a:sx n="55" d="100"/>
          <a:sy n="55" d="100"/>
        </p:scale>
        <p:origin x="-2496" y="-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-1974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999110-D31C-4729-91D1-892AE28E269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7C7F348B-9CA0-40B6-855A-BAB31E0FBBC5}">
      <dgm:prSet phldrT="[Texto]"/>
      <dgm:spPr/>
      <dgm:t>
        <a:bodyPr/>
        <a:lstStyle/>
        <a:p>
          <a:r>
            <a:rPr lang="es-CO" dirty="0" smtClean="0"/>
            <a:t>Responsabilidad Personal</a:t>
          </a:r>
          <a:endParaRPr lang="es-CO" dirty="0"/>
        </a:p>
      </dgm:t>
    </dgm:pt>
    <dgm:pt modelId="{7FC89A9E-E34A-4B77-B3F6-B43D0EB4E4B8}" type="parTrans" cxnId="{2D570D57-1ECC-484F-99F0-0FF7F051F370}">
      <dgm:prSet/>
      <dgm:spPr/>
      <dgm:t>
        <a:bodyPr/>
        <a:lstStyle/>
        <a:p>
          <a:endParaRPr lang="es-CO"/>
        </a:p>
      </dgm:t>
    </dgm:pt>
    <dgm:pt modelId="{737FA23E-DE77-408D-9FC4-0976E4C30ED9}" type="sibTrans" cxnId="{2D570D57-1ECC-484F-99F0-0FF7F051F370}">
      <dgm:prSet/>
      <dgm:spPr/>
      <dgm:t>
        <a:bodyPr/>
        <a:lstStyle/>
        <a:p>
          <a:endParaRPr lang="es-CO"/>
        </a:p>
      </dgm:t>
    </dgm:pt>
    <dgm:pt modelId="{490DC148-01CF-4532-B240-B863625C37E2}">
      <dgm:prSet phldrT="[Texto]"/>
      <dgm:spPr/>
      <dgm:t>
        <a:bodyPr/>
        <a:lstStyle/>
        <a:p>
          <a:r>
            <a:rPr lang="es-CO" dirty="0" smtClean="0"/>
            <a:t>Apertura y Confianza</a:t>
          </a:r>
          <a:endParaRPr lang="es-CO" dirty="0"/>
        </a:p>
      </dgm:t>
    </dgm:pt>
    <dgm:pt modelId="{9AB39F52-29E4-4224-A865-2ABE0191849F}" type="parTrans" cxnId="{E2BB3269-1BB9-455D-A9F3-5FD0E041B86A}">
      <dgm:prSet/>
      <dgm:spPr/>
      <dgm:t>
        <a:bodyPr/>
        <a:lstStyle/>
        <a:p>
          <a:endParaRPr lang="es-CO"/>
        </a:p>
      </dgm:t>
    </dgm:pt>
    <dgm:pt modelId="{C3F4161D-10CC-4218-9A27-07185BC423C6}" type="sibTrans" cxnId="{E2BB3269-1BB9-455D-A9F3-5FD0E041B86A}">
      <dgm:prSet/>
      <dgm:spPr/>
      <dgm:t>
        <a:bodyPr/>
        <a:lstStyle/>
        <a:p>
          <a:endParaRPr lang="es-CO"/>
        </a:p>
      </dgm:t>
    </dgm:pt>
    <dgm:pt modelId="{F45A8B4E-EECA-4733-9D26-D129A305816E}">
      <dgm:prSet phldrT="[Texto]"/>
      <dgm:spPr/>
      <dgm:t>
        <a:bodyPr/>
        <a:lstStyle/>
        <a:p>
          <a:r>
            <a:rPr lang="es-CO" dirty="0" smtClean="0"/>
            <a:t>Actitud Critica y Constructiva</a:t>
          </a:r>
        </a:p>
      </dgm:t>
    </dgm:pt>
    <dgm:pt modelId="{0A26BCA8-8233-46B5-B48D-511AB7F23969}" type="parTrans" cxnId="{C0DB8CA4-F074-411F-87B7-CE7D7223132B}">
      <dgm:prSet/>
      <dgm:spPr/>
      <dgm:t>
        <a:bodyPr/>
        <a:lstStyle/>
        <a:p>
          <a:endParaRPr lang="es-CO"/>
        </a:p>
      </dgm:t>
    </dgm:pt>
    <dgm:pt modelId="{FF3A72EC-687F-4D38-9271-6E3A4DE45C07}" type="sibTrans" cxnId="{C0DB8CA4-F074-411F-87B7-CE7D7223132B}">
      <dgm:prSet/>
      <dgm:spPr/>
      <dgm:t>
        <a:bodyPr/>
        <a:lstStyle/>
        <a:p>
          <a:endParaRPr lang="es-CO"/>
        </a:p>
      </dgm:t>
    </dgm:pt>
    <dgm:pt modelId="{251DF76C-B3BD-4DFE-B9D4-77B1E07928F2}">
      <dgm:prSet/>
      <dgm:spPr/>
      <dgm:t>
        <a:bodyPr/>
        <a:lstStyle/>
        <a:p>
          <a:r>
            <a:rPr lang="es-CO" dirty="0" smtClean="0"/>
            <a:t>Somos responsables de nuestra seguridad y de la de los demás</a:t>
          </a:r>
          <a:endParaRPr lang="es-CO" dirty="0"/>
        </a:p>
      </dgm:t>
    </dgm:pt>
    <dgm:pt modelId="{08C6D2BF-0296-4161-B74E-21AC1FB41A07}" type="parTrans" cxnId="{4BCEDF2A-F039-4088-B50F-BAE4A73CC22D}">
      <dgm:prSet/>
      <dgm:spPr/>
      <dgm:t>
        <a:bodyPr/>
        <a:lstStyle/>
        <a:p>
          <a:endParaRPr lang="es-CO"/>
        </a:p>
      </dgm:t>
    </dgm:pt>
    <dgm:pt modelId="{4A14CC31-47EE-4611-A59C-080F3CD3AF6B}" type="sibTrans" cxnId="{4BCEDF2A-F039-4088-B50F-BAE4A73CC22D}">
      <dgm:prSet/>
      <dgm:spPr/>
      <dgm:t>
        <a:bodyPr/>
        <a:lstStyle/>
        <a:p>
          <a:endParaRPr lang="es-CO"/>
        </a:p>
      </dgm:t>
    </dgm:pt>
    <dgm:pt modelId="{F68B5D2D-B1F0-4307-9368-76703C1C28E8}">
      <dgm:prSet/>
      <dgm:spPr/>
      <dgm:t>
        <a:bodyPr/>
        <a:lstStyle/>
        <a:p>
          <a:r>
            <a:rPr lang="es-CO" dirty="0" smtClean="0"/>
            <a:t>Mantenemos el orden y la limpieza</a:t>
          </a:r>
          <a:endParaRPr lang="es-CO" dirty="0"/>
        </a:p>
      </dgm:t>
    </dgm:pt>
    <dgm:pt modelId="{D2487A0D-0B1B-4C4F-AED3-36B4C0740350}" type="parTrans" cxnId="{69A3ED7B-E3E2-4785-A980-3584DBFE3E2D}">
      <dgm:prSet/>
      <dgm:spPr/>
      <dgm:t>
        <a:bodyPr/>
        <a:lstStyle/>
        <a:p>
          <a:endParaRPr lang="es-CO"/>
        </a:p>
      </dgm:t>
    </dgm:pt>
    <dgm:pt modelId="{D0A6BEA9-8F3C-4B71-A7AC-625D9B616464}" type="sibTrans" cxnId="{69A3ED7B-E3E2-4785-A980-3584DBFE3E2D}">
      <dgm:prSet/>
      <dgm:spPr/>
      <dgm:t>
        <a:bodyPr/>
        <a:lstStyle/>
        <a:p>
          <a:endParaRPr lang="es-CO"/>
        </a:p>
      </dgm:t>
    </dgm:pt>
    <dgm:pt modelId="{EE18B517-03B7-4329-8FCC-6FDD41C8CF58}">
      <dgm:prSet/>
      <dgm:spPr/>
      <dgm:t>
        <a:bodyPr/>
        <a:lstStyle/>
        <a:p>
          <a:r>
            <a:rPr lang="es-CO" dirty="0" smtClean="0"/>
            <a:t>Manifestamos nuestras preocupaciones en temas de seguridad</a:t>
          </a:r>
          <a:endParaRPr lang="es-CO" dirty="0"/>
        </a:p>
      </dgm:t>
    </dgm:pt>
    <dgm:pt modelId="{B916B61E-65E4-4C84-BF90-4955D7B3D651}" type="parTrans" cxnId="{D98760E3-03B8-4775-9DBB-08AAD35AEF4E}">
      <dgm:prSet/>
      <dgm:spPr/>
      <dgm:t>
        <a:bodyPr/>
        <a:lstStyle/>
        <a:p>
          <a:endParaRPr lang="es-CO"/>
        </a:p>
      </dgm:t>
    </dgm:pt>
    <dgm:pt modelId="{82CBA61B-897D-46A3-B02B-BF53F997404D}" type="sibTrans" cxnId="{D98760E3-03B8-4775-9DBB-08AAD35AEF4E}">
      <dgm:prSet/>
      <dgm:spPr/>
      <dgm:t>
        <a:bodyPr/>
        <a:lstStyle/>
        <a:p>
          <a:endParaRPr lang="es-CO"/>
        </a:p>
      </dgm:t>
    </dgm:pt>
    <dgm:pt modelId="{8419936C-B2A3-4393-A03A-9AF4D4B3A971}">
      <dgm:prSet/>
      <dgm:spPr/>
      <dgm:t>
        <a:bodyPr/>
        <a:lstStyle/>
        <a:p>
          <a:r>
            <a:rPr lang="es-CO" dirty="0" smtClean="0"/>
            <a:t>Comunicamos inmediatamente los errores que podamos haber cometido y colaboramos en su resolución</a:t>
          </a:r>
          <a:endParaRPr lang="es-CO" dirty="0"/>
        </a:p>
      </dgm:t>
    </dgm:pt>
    <dgm:pt modelId="{25AEB328-EA5F-4B84-894E-AC50499BA936}" type="parTrans" cxnId="{55465BF0-F1D0-48F1-90B3-9D29580E6A62}">
      <dgm:prSet/>
      <dgm:spPr/>
      <dgm:t>
        <a:bodyPr/>
        <a:lstStyle/>
        <a:p>
          <a:endParaRPr lang="es-CO"/>
        </a:p>
      </dgm:t>
    </dgm:pt>
    <dgm:pt modelId="{5A2F8A47-18D8-4DFE-A60C-46367E17DEA6}" type="sibTrans" cxnId="{55465BF0-F1D0-48F1-90B3-9D29580E6A62}">
      <dgm:prSet/>
      <dgm:spPr/>
      <dgm:t>
        <a:bodyPr/>
        <a:lstStyle/>
        <a:p>
          <a:endParaRPr lang="es-CO"/>
        </a:p>
      </dgm:t>
    </dgm:pt>
    <dgm:pt modelId="{B0341CD4-FB42-4B7D-9491-6705E74F4CCF}">
      <dgm:prSet/>
      <dgm:spPr/>
      <dgm:t>
        <a:bodyPr/>
        <a:lstStyle/>
        <a:p>
          <a:r>
            <a:rPr lang="es-CO" dirty="0" smtClean="0"/>
            <a:t>Identificamos y comunicamos las anomalías durante el proceso</a:t>
          </a:r>
          <a:endParaRPr lang="es-CO" dirty="0"/>
        </a:p>
      </dgm:t>
    </dgm:pt>
    <dgm:pt modelId="{8F5FC100-AF55-4156-848C-B69AE4D8689F}" type="parTrans" cxnId="{8BB33C61-9C75-4510-8FDA-B2270921DC43}">
      <dgm:prSet/>
      <dgm:spPr/>
      <dgm:t>
        <a:bodyPr/>
        <a:lstStyle/>
        <a:p>
          <a:endParaRPr lang="es-CO"/>
        </a:p>
      </dgm:t>
    </dgm:pt>
    <dgm:pt modelId="{6454C123-271A-40EA-83C2-12982A44C211}" type="sibTrans" cxnId="{8BB33C61-9C75-4510-8FDA-B2270921DC43}">
      <dgm:prSet/>
      <dgm:spPr/>
      <dgm:t>
        <a:bodyPr/>
        <a:lstStyle/>
        <a:p>
          <a:endParaRPr lang="es-CO"/>
        </a:p>
      </dgm:t>
    </dgm:pt>
    <dgm:pt modelId="{86FB7209-1298-477D-B321-649005D6275C}">
      <dgm:prSet/>
      <dgm:spPr/>
      <dgm:t>
        <a:bodyPr/>
        <a:lstStyle/>
        <a:p>
          <a:r>
            <a:rPr lang="es-CO" dirty="0" smtClean="0"/>
            <a:t>Ayudamos a nuestros compañeros a evitar y corregir errores</a:t>
          </a:r>
          <a:endParaRPr lang="es-CO" dirty="0"/>
        </a:p>
      </dgm:t>
    </dgm:pt>
    <dgm:pt modelId="{4ABD4406-C33A-49A8-AE8A-0A450F27DDAA}" type="parTrans" cxnId="{5D47A840-D052-488A-9BC2-250DEB6D6F1E}">
      <dgm:prSet/>
      <dgm:spPr/>
      <dgm:t>
        <a:bodyPr/>
        <a:lstStyle/>
        <a:p>
          <a:endParaRPr lang="es-CO"/>
        </a:p>
      </dgm:t>
    </dgm:pt>
    <dgm:pt modelId="{1E8539E9-68E6-424F-8C42-FCF15CA5F443}" type="sibTrans" cxnId="{5D47A840-D052-488A-9BC2-250DEB6D6F1E}">
      <dgm:prSet/>
      <dgm:spPr/>
      <dgm:t>
        <a:bodyPr/>
        <a:lstStyle/>
        <a:p>
          <a:endParaRPr lang="es-CO"/>
        </a:p>
      </dgm:t>
    </dgm:pt>
    <dgm:pt modelId="{2A29930A-EF79-430F-9449-3FD6CBE4B7D6}">
      <dgm:prSet/>
      <dgm:spPr/>
      <dgm:t>
        <a:bodyPr/>
        <a:lstStyle/>
        <a:p>
          <a:r>
            <a:rPr lang="es-CO" dirty="0" smtClean="0"/>
            <a:t>Aprendizaje y Mejora continua</a:t>
          </a:r>
          <a:endParaRPr lang="es-CO" dirty="0"/>
        </a:p>
      </dgm:t>
    </dgm:pt>
    <dgm:pt modelId="{A8A1BDF7-B18A-40FA-93F5-CB4C033B2736}" type="parTrans" cxnId="{F006E624-1DEB-4220-9974-D40BECAB02DF}">
      <dgm:prSet/>
      <dgm:spPr/>
      <dgm:t>
        <a:bodyPr/>
        <a:lstStyle/>
        <a:p>
          <a:endParaRPr lang="es-CO"/>
        </a:p>
      </dgm:t>
    </dgm:pt>
    <dgm:pt modelId="{573E0E56-EB4C-4658-8C65-B222CC0D17E4}" type="sibTrans" cxnId="{F006E624-1DEB-4220-9974-D40BECAB02DF}">
      <dgm:prSet/>
      <dgm:spPr/>
      <dgm:t>
        <a:bodyPr/>
        <a:lstStyle/>
        <a:p>
          <a:endParaRPr lang="es-CO"/>
        </a:p>
      </dgm:t>
    </dgm:pt>
    <dgm:pt modelId="{5FDB83B9-273E-4656-86FA-0F48D1C585EE}">
      <dgm:prSet/>
      <dgm:spPr/>
      <dgm:t>
        <a:bodyPr/>
        <a:lstStyle/>
        <a:p>
          <a:r>
            <a:rPr lang="es-CO" dirty="0" smtClean="0"/>
            <a:t>Seguimiento Constante de la Seguridad</a:t>
          </a:r>
          <a:endParaRPr lang="es-CO" dirty="0"/>
        </a:p>
      </dgm:t>
    </dgm:pt>
    <dgm:pt modelId="{B1800DEC-D7FF-4610-962B-781CE5D5A104}" type="parTrans" cxnId="{26E8BA7C-1EE9-4D25-BD27-DC396951F93C}">
      <dgm:prSet/>
      <dgm:spPr/>
      <dgm:t>
        <a:bodyPr/>
        <a:lstStyle/>
        <a:p>
          <a:endParaRPr lang="es-CO"/>
        </a:p>
      </dgm:t>
    </dgm:pt>
    <dgm:pt modelId="{043CDE74-3FA2-47A2-BF65-93F47477CAA0}" type="sibTrans" cxnId="{26E8BA7C-1EE9-4D25-BD27-DC396951F93C}">
      <dgm:prSet/>
      <dgm:spPr/>
      <dgm:t>
        <a:bodyPr/>
        <a:lstStyle/>
        <a:p>
          <a:endParaRPr lang="es-CO"/>
        </a:p>
      </dgm:t>
    </dgm:pt>
    <dgm:pt modelId="{511FA4E4-2C4F-4D5C-BEED-9E381148E62B}">
      <dgm:prSet/>
      <dgm:spPr/>
      <dgm:t>
        <a:bodyPr/>
        <a:lstStyle/>
        <a:p>
          <a:r>
            <a:rPr lang="es-CO" dirty="0" smtClean="0"/>
            <a:t>Solicitamos cursos de Formación específicos cuando es necesario</a:t>
          </a:r>
          <a:endParaRPr lang="es-CO" dirty="0"/>
        </a:p>
      </dgm:t>
    </dgm:pt>
    <dgm:pt modelId="{1DDB1923-0FF2-48CD-9843-63D772DA86BB}" type="parTrans" cxnId="{A6231EB2-002B-42FD-BC11-8258717F63A1}">
      <dgm:prSet/>
      <dgm:spPr/>
      <dgm:t>
        <a:bodyPr/>
        <a:lstStyle/>
        <a:p>
          <a:endParaRPr lang="es-CO"/>
        </a:p>
      </dgm:t>
    </dgm:pt>
    <dgm:pt modelId="{557540D7-6A35-4C6C-964B-DB9721392D6B}" type="sibTrans" cxnId="{A6231EB2-002B-42FD-BC11-8258717F63A1}">
      <dgm:prSet/>
      <dgm:spPr/>
      <dgm:t>
        <a:bodyPr/>
        <a:lstStyle/>
        <a:p>
          <a:endParaRPr lang="es-CO"/>
        </a:p>
      </dgm:t>
    </dgm:pt>
    <dgm:pt modelId="{3632D45A-DC50-4E78-9E54-A32CE2F09CED}">
      <dgm:prSet/>
      <dgm:spPr/>
      <dgm:t>
        <a:bodyPr/>
        <a:lstStyle/>
        <a:p>
          <a:r>
            <a:rPr lang="es-CO" dirty="0" smtClean="0"/>
            <a:t>Participamos en la mejora de los procedimientos y aportamos ideas para que se mejoren los procesos</a:t>
          </a:r>
          <a:endParaRPr lang="es-CO" dirty="0"/>
        </a:p>
      </dgm:t>
    </dgm:pt>
    <dgm:pt modelId="{80C7C11E-4CDE-4A33-97AE-E55AC73432F9}" type="parTrans" cxnId="{65FC63BB-11EF-4B39-87E3-DCE0626F4D1F}">
      <dgm:prSet/>
      <dgm:spPr/>
      <dgm:t>
        <a:bodyPr/>
        <a:lstStyle/>
        <a:p>
          <a:endParaRPr lang="es-CO"/>
        </a:p>
      </dgm:t>
    </dgm:pt>
    <dgm:pt modelId="{BE0A0FA7-2E26-4A0C-9B6C-1A8026B79D7A}" type="sibTrans" cxnId="{65FC63BB-11EF-4B39-87E3-DCE0626F4D1F}">
      <dgm:prSet/>
      <dgm:spPr/>
      <dgm:t>
        <a:bodyPr/>
        <a:lstStyle/>
        <a:p>
          <a:endParaRPr lang="es-CO"/>
        </a:p>
      </dgm:t>
    </dgm:pt>
    <dgm:pt modelId="{2D3E074F-E03D-45A0-959E-C358F4E0C9FA}">
      <dgm:prSet/>
      <dgm:spPr/>
      <dgm:t>
        <a:bodyPr/>
        <a:lstStyle/>
        <a:p>
          <a:r>
            <a:rPr lang="es-CO" dirty="0" smtClean="0"/>
            <a:t>Se realiza autoevaluaciones y controles para garantizar la seguridad</a:t>
          </a:r>
          <a:endParaRPr lang="es-CO" dirty="0"/>
        </a:p>
      </dgm:t>
    </dgm:pt>
    <dgm:pt modelId="{98702F0F-708F-43CD-BD8D-D2980D262457}" type="parTrans" cxnId="{AC2E8F17-6EF6-44B1-8AF9-30CBDC23ED91}">
      <dgm:prSet/>
      <dgm:spPr/>
      <dgm:t>
        <a:bodyPr/>
        <a:lstStyle/>
        <a:p>
          <a:endParaRPr lang="es-CO"/>
        </a:p>
      </dgm:t>
    </dgm:pt>
    <dgm:pt modelId="{3CE723BA-BE4C-440F-B35F-C5DF9919EC8D}" type="sibTrans" cxnId="{AC2E8F17-6EF6-44B1-8AF9-30CBDC23ED91}">
      <dgm:prSet/>
      <dgm:spPr/>
      <dgm:t>
        <a:bodyPr/>
        <a:lstStyle/>
        <a:p>
          <a:endParaRPr lang="es-CO"/>
        </a:p>
      </dgm:t>
    </dgm:pt>
    <dgm:pt modelId="{8275D64E-4E6C-4F5A-A7F7-4B6EA0B52164}" type="pres">
      <dgm:prSet presAssocID="{64999110-D31C-4729-91D1-892AE28E2699}" presName="linear" presStyleCnt="0">
        <dgm:presLayoutVars>
          <dgm:dir/>
          <dgm:animLvl val="lvl"/>
          <dgm:resizeHandles val="exact"/>
        </dgm:presLayoutVars>
      </dgm:prSet>
      <dgm:spPr/>
    </dgm:pt>
    <dgm:pt modelId="{4717A1EB-EDC2-473B-BA6A-1AF3030255BD}" type="pres">
      <dgm:prSet presAssocID="{7C7F348B-9CA0-40B6-855A-BAB31E0FBBC5}" presName="parentLin" presStyleCnt="0"/>
      <dgm:spPr/>
    </dgm:pt>
    <dgm:pt modelId="{CDE54FAF-4EED-4890-8648-862C3B5C33FC}" type="pres">
      <dgm:prSet presAssocID="{7C7F348B-9CA0-40B6-855A-BAB31E0FBBC5}" presName="parentLeftMargin" presStyleLbl="node1" presStyleIdx="0" presStyleCnt="5"/>
      <dgm:spPr/>
    </dgm:pt>
    <dgm:pt modelId="{8E358CB7-F576-4165-B858-C14AFD285FAB}" type="pres">
      <dgm:prSet presAssocID="{7C7F348B-9CA0-40B6-855A-BAB31E0FBBC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12C92DA-4BD8-415A-A155-6D69F22AF892}" type="pres">
      <dgm:prSet presAssocID="{7C7F348B-9CA0-40B6-855A-BAB31E0FBBC5}" presName="negativeSpace" presStyleCnt="0"/>
      <dgm:spPr/>
    </dgm:pt>
    <dgm:pt modelId="{BBAC271E-6E2F-405F-B1C9-2C051646216F}" type="pres">
      <dgm:prSet presAssocID="{7C7F348B-9CA0-40B6-855A-BAB31E0FBBC5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9B2C041F-0BED-4683-80CF-84B9C6F3464B}" type="pres">
      <dgm:prSet presAssocID="{737FA23E-DE77-408D-9FC4-0976E4C30ED9}" presName="spaceBetweenRectangles" presStyleCnt="0"/>
      <dgm:spPr/>
    </dgm:pt>
    <dgm:pt modelId="{6E7D306C-FCE9-4FE8-9EEE-9A87A041E7A0}" type="pres">
      <dgm:prSet presAssocID="{490DC148-01CF-4532-B240-B863625C37E2}" presName="parentLin" presStyleCnt="0"/>
      <dgm:spPr/>
    </dgm:pt>
    <dgm:pt modelId="{CB1870CA-57AE-4BC4-ACB6-CB5076F5A664}" type="pres">
      <dgm:prSet presAssocID="{490DC148-01CF-4532-B240-B863625C37E2}" presName="parentLeftMargin" presStyleLbl="node1" presStyleIdx="0" presStyleCnt="5"/>
      <dgm:spPr/>
    </dgm:pt>
    <dgm:pt modelId="{06FC7F13-0EB7-4453-8C35-409C66207DED}" type="pres">
      <dgm:prSet presAssocID="{490DC148-01CF-4532-B240-B863625C37E2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3A2A3104-F332-4FC3-A429-00E531877C31}" type="pres">
      <dgm:prSet presAssocID="{490DC148-01CF-4532-B240-B863625C37E2}" presName="negativeSpace" presStyleCnt="0"/>
      <dgm:spPr/>
    </dgm:pt>
    <dgm:pt modelId="{7B138928-6B79-4F22-AAB7-FE767EA1767A}" type="pres">
      <dgm:prSet presAssocID="{490DC148-01CF-4532-B240-B863625C37E2}" presName="childText" presStyleLbl="conFgAcc1" presStyleIdx="1" presStyleCnt="5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747E18BF-5B89-4204-8475-D2A8CE074B2E}" type="pres">
      <dgm:prSet presAssocID="{C3F4161D-10CC-4218-9A27-07185BC423C6}" presName="spaceBetweenRectangles" presStyleCnt="0"/>
      <dgm:spPr/>
    </dgm:pt>
    <dgm:pt modelId="{42468000-119B-4DB8-9FA0-39FFA0E61745}" type="pres">
      <dgm:prSet presAssocID="{F45A8B4E-EECA-4733-9D26-D129A305816E}" presName="parentLin" presStyleCnt="0"/>
      <dgm:spPr/>
    </dgm:pt>
    <dgm:pt modelId="{B1D61B7F-502D-4B11-9445-9837C26023BD}" type="pres">
      <dgm:prSet presAssocID="{F45A8B4E-EECA-4733-9D26-D129A305816E}" presName="parentLeftMargin" presStyleLbl="node1" presStyleIdx="1" presStyleCnt="5"/>
      <dgm:spPr/>
    </dgm:pt>
    <dgm:pt modelId="{630F7ADE-ED1D-4891-8057-EA89FC9DFB8A}" type="pres">
      <dgm:prSet presAssocID="{F45A8B4E-EECA-4733-9D26-D129A305816E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1815FD60-2722-4B35-8E76-5CFD4AA5CC3A}" type="pres">
      <dgm:prSet presAssocID="{F45A8B4E-EECA-4733-9D26-D129A305816E}" presName="negativeSpace" presStyleCnt="0"/>
      <dgm:spPr/>
    </dgm:pt>
    <dgm:pt modelId="{FDB153FB-EA3F-4C00-8060-71F3736BB709}" type="pres">
      <dgm:prSet presAssocID="{F45A8B4E-EECA-4733-9D26-D129A305816E}" presName="childText" presStyleLbl="conFgAcc1" presStyleIdx="2" presStyleCnt="5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9888E907-794A-4095-954A-B881FBBBE9F6}" type="pres">
      <dgm:prSet presAssocID="{FF3A72EC-687F-4D38-9271-6E3A4DE45C07}" presName="spaceBetweenRectangles" presStyleCnt="0"/>
      <dgm:spPr/>
    </dgm:pt>
    <dgm:pt modelId="{08DDD105-FBE6-4575-A7AE-B4FCBADD9751}" type="pres">
      <dgm:prSet presAssocID="{2A29930A-EF79-430F-9449-3FD6CBE4B7D6}" presName="parentLin" presStyleCnt="0"/>
      <dgm:spPr/>
    </dgm:pt>
    <dgm:pt modelId="{01068550-3BC2-4CFF-B41E-55C0E298BEEF}" type="pres">
      <dgm:prSet presAssocID="{2A29930A-EF79-430F-9449-3FD6CBE4B7D6}" presName="parentLeftMargin" presStyleLbl="node1" presStyleIdx="2" presStyleCnt="5"/>
      <dgm:spPr/>
    </dgm:pt>
    <dgm:pt modelId="{4C86A9E4-261F-4086-A731-6661B895D81A}" type="pres">
      <dgm:prSet presAssocID="{2A29930A-EF79-430F-9449-3FD6CBE4B7D6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1FC0CC67-5405-48E3-B140-C54F99F2A6E5}" type="pres">
      <dgm:prSet presAssocID="{2A29930A-EF79-430F-9449-3FD6CBE4B7D6}" presName="negativeSpace" presStyleCnt="0"/>
      <dgm:spPr/>
    </dgm:pt>
    <dgm:pt modelId="{1E9D2F97-EC8D-4A38-9059-FF993C5BC87E}" type="pres">
      <dgm:prSet presAssocID="{2A29930A-EF79-430F-9449-3FD6CBE4B7D6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endParaRPr lang="es-CO"/>
        </a:p>
      </dgm:t>
    </dgm:pt>
    <dgm:pt modelId="{708FEB84-E0E2-45F4-8FE7-194F8B349648}" type="pres">
      <dgm:prSet presAssocID="{573E0E56-EB4C-4658-8C65-B222CC0D17E4}" presName="spaceBetweenRectangles" presStyleCnt="0"/>
      <dgm:spPr/>
    </dgm:pt>
    <dgm:pt modelId="{56AA3360-7BF5-4159-A05D-1A0568A6F897}" type="pres">
      <dgm:prSet presAssocID="{5FDB83B9-273E-4656-86FA-0F48D1C585EE}" presName="parentLin" presStyleCnt="0"/>
      <dgm:spPr/>
    </dgm:pt>
    <dgm:pt modelId="{AF8A8AC1-EEAA-4BCF-B790-336E102F4C36}" type="pres">
      <dgm:prSet presAssocID="{5FDB83B9-273E-4656-86FA-0F48D1C585EE}" presName="parentLeftMargin" presStyleLbl="node1" presStyleIdx="3" presStyleCnt="5"/>
      <dgm:spPr/>
    </dgm:pt>
    <dgm:pt modelId="{1D5210E3-F946-4146-A93D-9B5306EEBDD4}" type="pres">
      <dgm:prSet presAssocID="{5FDB83B9-273E-4656-86FA-0F48D1C585EE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3FAC263-E015-42F8-8457-BD203FB2A1BE}" type="pres">
      <dgm:prSet presAssocID="{5FDB83B9-273E-4656-86FA-0F48D1C585EE}" presName="negativeSpace" presStyleCnt="0"/>
      <dgm:spPr/>
    </dgm:pt>
    <dgm:pt modelId="{5CC17B62-B2EF-4CA4-9C42-8E08EF3E8591}" type="pres">
      <dgm:prSet presAssocID="{5FDB83B9-273E-4656-86FA-0F48D1C585EE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AE8B0211-FD7C-4D5F-A7B1-AAC6E92D41B6}" type="presOf" srcId="{64999110-D31C-4729-91D1-892AE28E2699}" destId="{8275D64E-4E6C-4F5A-A7F7-4B6EA0B52164}" srcOrd="0" destOrd="0" presId="urn:microsoft.com/office/officeart/2005/8/layout/list1"/>
    <dgm:cxn modelId="{519E28FA-0DB8-48D9-AF98-7314C0E43865}" type="presOf" srcId="{5FDB83B9-273E-4656-86FA-0F48D1C585EE}" destId="{1D5210E3-F946-4146-A93D-9B5306EEBDD4}" srcOrd="1" destOrd="0" presId="urn:microsoft.com/office/officeart/2005/8/layout/list1"/>
    <dgm:cxn modelId="{7249810F-A807-4AEE-B6C5-34F6298F65CA}" type="presOf" srcId="{2D3E074F-E03D-45A0-959E-C358F4E0C9FA}" destId="{5CC17B62-B2EF-4CA4-9C42-8E08EF3E8591}" srcOrd="0" destOrd="0" presId="urn:microsoft.com/office/officeart/2005/8/layout/list1"/>
    <dgm:cxn modelId="{0D521A4F-6EDB-45E1-A3EE-B3E0B06C3BAB}" type="presOf" srcId="{5FDB83B9-273E-4656-86FA-0F48D1C585EE}" destId="{AF8A8AC1-EEAA-4BCF-B790-336E102F4C36}" srcOrd="0" destOrd="0" presId="urn:microsoft.com/office/officeart/2005/8/layout/list1"/>
    <dgm:cxn modelId="{7723F001-24D7-460E-A119-4B39D4EE533F}" type="presOf" srcId="{2A29930A-EF79-430F-9449-3FD6CBE4B7D6}" destId="{4C86A9E4-261F-4086-A731-6661B895D81A}" srcOrd="1" destOrd="0" presId="urn:microsoft.com/office/officeart/2005/8/layout/list1"/>
    <dgm:cxn modelId="{C9B50AAF-FDF5-46A8-82BF-AB8301055A9A}" type="presOf" srcId="{251DF76C-B3BD-4DFE-B9D4-77B1E07928F2}" destId="{BBAC271E-6E2F-405F-B1C9-2C051646216F}" srcOrd="0" destOrd="0" presId="urn:microsoft.com/office/officeart/2005/8/layout/list1"/>
    <dgm:cxn modelId="{F006E624-1DEB-4220-9974-D40BECAB02DF}" srcId="{64999110-D31C-4729-91D1-892AE28E2699}" destId="{2A29930A-EF79-430F-9449-3FD6CBE4B7D6}" srcOrd="3" destOrd="0" parTransId="{A8A1BDF7-B18A-40FA-93F5-CB4C033B2736}" sibTransId="{573E0E56-EB4C-4658-8C65-B222CC0D17E4}"/>
    <dgm:cxn modelId="{5D47A840-D052-488A-9BC2-250DEB6D6F1E}" srcId="{F45A8B4E-EECA-4733-9D26-D129A305816E}" destId="{86FB7209-1298-477D-B321-649005D6275C}" srcOrd="1" destOrd="0" parTransId="{4ABD4406-C33A-49A8-AE8A-0A450F27DDAA}" sibTransId="{1E8539E9-68E6-424F-8C42-FCF15CA5F443}"/>
    <dgm:cxn modelId="{C42853B8-FEDE-4371-8C93-0E443BB94784}" type="presOf" srcId="{86FB7209-1298-477D-B321-649005D6275C}" destId="{FDB153FB-EA3F-4C00-8060-71F3736BB709}" srcOrd="0" destOrd="1" presId="urn:microsoft.com/office/officeart/2005/8/layout/list1"/>
    <dgm:cxn modelId="{BEACD1AF-36EE-4661-88B3-D21FC719EF23}" type="presOf" srcId="{490DC148-01CF-4532-B240-B863625C37E2}" destId="{06FC7F13-0EB7-4453-8C35-409C66207DED}" srcOrd="1" destOrd="0" presId="urn:microsoft.com/office/officeart/2005/8/layout/list1"/>
    <dgm:cxn modelId="{4FE71C47-C792-459F-901D-86479E7CBDFE}" type="presOf" srcId="{F68B5D2D-B1F0-4307-9368-76703C1C28E8}" destId="{BBAC271E-6E2F-405F-B1C9-2C051646216F}" srcOrd="0" destOrd="1" presId="urn:microsoft.com/office/officeart/2005/8/layout/list1"/>
    <dgm:cxn modelId="{E2BB3269-1BB9-455D-A9F3-5FD0E041B86A}" srcId="{64999110-D31C-4729-91D1-892AE28E2699}" destId="{490DC148-01CF-4532-B240-B863625C37E2}" srcOrd="1" destOrd="0" parTransId="{9AB39F52-29E4-4224-A865-2ABE0191849F}" sibTransId="{C3F4161D-10CC-4218-9A27-07185BC423C6}"/>
    <dgm:cxn modelId="{9DCE8892-27AD-47C9-804F-DA1593F3B6B4}" type="presOf" srcId="{B0341CD4-FB42-4B7D-9491-6705E74F4CCF}" destId="{FDB153FB-EA3F-4C00-8060-71F3736BB709}" srcOrd="0" destOrd="0" presId="urn:microsoft.com/office/officeart/2005/8/layout/list1"/>
    <dgm:cxn modelId="{AC2E8F17-6EF6-44B1-8AF9-30CBDC23ED91}" srcId="{5FDB83B9-273E-4656-86FA-0F48D1C585EE}" destId="{2D3E074F-E03D-45A0-959E-C358F4E0C9FA}" srcOrd="0" destOrd="0" parTransId="{98702F0F-708F-43CD-BD8D-D2980D262457}" sibTransId="{3CE723BA-BE4C-440F-B35F-C5DF9919EC8D}"/>
    <dgm:cxn modelId="{9FAE18DE-3BC2-480B-B9D7-871CC0E359CC}" type="presOf" srcId="{2A29930A-EF79-430F-9449-3FD6CBE4B7D6}" destId="{01068550-3BC2-4CFF-B41E-55C0E298BEEF}" srcOrd="0" destOrd="0" presId="urn:microsoft.com/office/officeart/2005/8/layout/list1"/>
    <dgm:cxn modelId="{F560C8A9-D556-41C8-80BA-2B041A695370}" type="presOf" srcId="{EE18B517-03B7-4329-8FCC-6FDD41C8CF58}" destId="{7B138928-6B79-4F22-AAB7-FE767EA1767A}" srcOrd="0" destOrd="0" presId="urn:microsoft.com/office/officeart/2005/8/layout/list1"/>
    <dgm:cxn modelId="{26E8BA7C-1EE9-4D25-BD27-DC396951F93C}" srcId="{64999110-D31C-4729-91D1-892AE28E2699}" destId="{5FDB83B9-273E-4656-86FA-0F48D1C585EE}" srcOrd="4" destOrd="0" parTransId="{B1800DEC-D7FF-4610-962B-781CE5D5A104}" sibTransId="{043CDE74-3FA2-47A2-BF65-93F47477CAA0}"/>
    <dgm:cxn modelId="{8C5C689B-7964-4444-BDBD-AE1A8A296082}" type="presOf" srcId="{F45A8B4E-EECA-4733-9D26-D129A305816E}" destId="{630F7ADE-ED1D-4891-8057-EA89FC9DFB8A}" srcOrd="1" destOrd="0" presId="urn:microsoft.com/office/officeart/2005/8/layout/list1"/>
    <dgm:cxn modelId="{21C4E707-8EB5-48FD-A739-F20179A4CEA6}" type="presOf" srcId="{7C7F348B-9CA0-40B6-855A-BAB31E0FBBC5}" destId="{CDE54FAF-4EED-4890-8648-862C3B5C33FC}" srcOrd="0" destOrd="0" presId="urn:microsoft.com/office/officeart/2005/8/layout/list1"/>
    <dgm:cxn modelId="{69A3ED7B-E3E2-4785-A980-3584DBFE3E2D}" srcId="{7C7F348B-9CA0-40B6-855A-BAB31E0FBBC5}" destId="{F68B5D2D-B1F0-4307-9368-76703C1C28E8}" srcOrd="1" destOrd="0" parTransId="{D2487A0D-0B1B-4C4F-AED3-36B4C0740350}" sibTransId="{D0A6BEA9-8F3C-4B71-A7AC-625D9B616464}"/>
    <dgm:cxn modelId="{FB1EF396-1719-423D-AB19-090E2608844B}" type="presOf" srcId="{511FA4E4-2C4F-4D5C-BEED-9E381148E62B}" destId="{1E9D2F97-EC8D-4A38-9059-FF993C5BC87E}" srcOrd="0" destOrd="0" presId="urn:microsoft.com/office/officeart/2005/8/layout/list1"/>
    <dgm:cxn modelId="{24726767-D944-4221-83B9-68C79648B7DB}" type="presOf" srcId="{F45A8B4E-EECA-4733-9D26-D129A305816E}" destId="{B1D61B7F-502D-4B11-9445-9837C26023BD}" srcOrd="0" destOrd="0" presId="urn:microsoft.com/office/officeart/2005/8/layout/list1"/>
    <dgm:cxn modelId="{80B59320-4D6D-48B7-AFC5-F198DF45658D}" type="presOf" srcId="{490DC148-01CF-4532-B240-B863625C37E2}" destId="{CB1870CA-57AE-4BC4-ACB6-CB5076F5A664}" srcOrd="0" destOrd="0" presId="urn:microsoft.com/office/officeart/2005/8/layout/list1"/>
    <dgm:cxn modelId="{65FC63BB-11EF-4B39-87E3-DCE0626F4D1F}" srcId="{2A29930A-EF79-430F-9449-3FD6CBE4B7D6}" destId="{3632D45A-DC50-4E78-9E54-A32CE2F09CED}" srcOrd="1" destOrd="0" parTransId="{80C7C11E-4CDE-4A33-97AE-E55AC73432F9}" sibTransId="{BE0A0FA7-2E26-4A0C-9B6C-1A8026B79D7A}"/>
    <dgm:cxn modelId="{8BB33C61-9C75-4510-8FDA-B2270921DC43}" srcId="{F45A8B4E-EECA-4733-9D26-D129A305816E}" destId="{B0341CD4-FB42-4B7D-9491-6705E74F4CCF}" srcOrd="0" destOrd="0" parTransId="{8F5FC100-AF55-4156-848C-B69AE4D8689F}" sibTransId="{6454C123-271A-40EA-83C2-12982A44C211}"/>
    <dgm:cxn modelId="{80B9645A-F416-4BC2-B4AA-9AB68E899D60}" type="presOf" srcId="{3632D45A-DC50-4E78-9E54-A32CE2F09CED}" destId="{1E9D2F97-EC8D-4A38-9059-FF993C5BC87E}" srcOrd="0" destOrd="1" presId="urn:microsoft.com/office/officeart/2005/8/layout/list1"/>
    <dgm:cxn modelId="{D98760E3-03B8-4775-9DBB-08AAD35AEF4E}" srcId="{490DC148-01CF-4532-B240-B863625C37E2}" destId="{EE18B517-03B7-4329-8FCC-6FDD41C8CF58}" srcOrd="0" destOrd="0" parTransId="{B916B61E-65E4-4C84-BF90-4955D7B3D651}" sibTransId="{82CBA61B-897D-46A3-B02B-BF53F997404D}"/>
    <dgm:cxn modelId="{2D570D57-1ECC-484F-99F0-0FF7F051F370}" srcId="{64999110-D31C-4729-91D1-892AE28E2699}" destId="{7C7F348B-9CA0-40B6-855A-BAB31E0FBBC5}" srcOrd="0" destOrd="0" parTransId="{7FC89A9E-E34A-4B77-B3F6-B43D0EB4E4B8}" sibTransId="{737FA23E-DE77-408D-9FC4-0976E4C30ED9}"/>
    <dgm:cxn modelId="{A6231EB2-002B-42FD-BC11-8258717F63A1}" srcId="{2A29930A-EF79-430F-9449-3FD6CBE4B7D6}" destId="{511FA4E4-2C4F-4D5C-BEED-9E381148E62B}" srcOrd="0" destOrd="0" parTransId="{1DDB1923-0FF2-48CD-9843-63D772DA86BB}" sibTransId="{557540D7-6A35-4C6C-964B-DB9721392D6B}"/>
    <dgm:cxn modelId="{C0DB8CA4-F074-411F-87B7-CE7D7223132B}" srcId="{64999110-D31C-4729-91D1-892AE28E2699}" destId="{F45A8B4E-EECA-4733-9D26-D129A305816E}" srcOrd="2" destOrd="0" parTransId="{0A26BCA8-8233-46B5-B48D-511AB7F23969}" sibTransId="{FF3A72EC-687F-4D38-9271-6E3A4DE45C07}"/>
    <dgm:cxn modelId="{4BCEDF2A-F039-4088-B50F-BAE4A73CC22D}" srcId="{7C7F348B-9CA0-40B6-855A-BAB31E0FBBC5}" destId="{251DF76C-B3BD-4DFE-B9D4-77B1E07928F2}" srcOrd="0" destOrd="0" parTransId="{08C6D2BF-0296-4161-B74E-21AC1FB41A07}" sibTransId="{4A14CC31-47EE-4611-A59C-080F3CD3AF6B}"/>
    <dgm:cxn modelId="{55465BF0-F1D0-48F1-90B3-9D29580E6A62}" srcId="{490DC148-01CF-4532-B240-B863625C37E2}" destId="{8419936C-B2A3-4393-A03A-9AF4D4B3A971}" srcOrd="1" destOrd="0" parTransId="{25AEB328-EA5F-4B84-894E-AC50499BA936}" sibTransId="{5A2F8A47-18D8-4DFE-A60C-46367E17DEA6}"/>
    <dgm:cxn modelId="{45DD6679-06E8-452C-99A5-70697046D1AF}" type="presOf" srcId="{8419936C-B2A3-4393-A03A-9AF4D4B3A971}" destId="{7B138928-6B79-4F22-AAB7-FE767EA1767A}" srcOrd="0" destOrd="1" presId="urn:microsoft.com/office/officeart/2005/8/layout/list1"/>
    <dgm:cxn modelId="{66506675-8E6B-4772-BF1C-7F9DF6355936}" type="presOf" srcId="{7C7F348B-9CA0-40B6-855A-BAB31E0FBBC5}" destId="{8E358CB7-F576-4165-B858-C14AFD285FAB}" srcOrd="1" destOrd="0" presId="urn:microsoft.com/office/officeart/2005/8/layout/list1"/>
    <dgm:cxn modelId="{C17665A3-4D03-44DE-8440-057E3D22E34B}" type="presParOf" srcId="{8275D64E-4E6C-4F5A-A7F7-4B6EA0B52164}" destId="{4717A1EB-EDC2-473B-BA6A-1AF3030255BD}" srcOrd="0" destOrd="0" presId="urn:microsoft.com/office/officeart/2005/8/layout/list1"/>
    <dgm:cxn modelId="{8CA5CCCB-0FB5-4C8A-83DA-BCA4F126FD1D}" type="presParOf" srcId="{4717A1EB-EDC2-473B-BA6A-1AF3030255BD}" destId="{CDE54FAF-4EED-4890-8648-862C3B5C33FC}" srcOrd="0" destOrd="0" presId="urn:microsoft.com/office/officeart/2005/8/layout/list1"/>
    <dgm:cxn modelId="{0EA5565F-9E39-4805-9AC7-6625E33229DD}" type="presParOf" srcId="{4717A1EB-EDC2-473B-BA6A-1AF3030255BD}" destId="{8E358CB7-F576-4165-B858-C14AFD285FAB}" srcOrd="1" destOrd="0" presId="urn:microsoft.com/office/officeart/2005/8/layout/list1"/>
    <dgm:cxn modelId="{4D19BA67-57D5-441F-9C16-9E2658429137}" type="presParOf" srcId="{8275D64E-4E6C-4F5A-A7F7-4B6EA0B52164}" destId="{012C92DA-4BD8-415A-A155-6D69F22AF892}" srcOrd="1" destOrd="0" presId="urn:microsoft.com/office/officeart/2005/8/layout/list1"/>
    <dgm:cxn modelId="{175C83E6-A1B5-4F2B-BCF0-2D2CDE8ED62C}" type="presParOf" srcId="{8275D64E-4E6C-4F5A-A7F7-4B6EA0B52164}" destId="{BBAC271E-6E2F-405F-B1C9-2C051646216F}" srcOrd="2" destOrd="0" presId="urn:microsoft.com/office/officeart/2005/8/layout/list1"/>
    <dgm:cxn modelId="{394462CC-223E-44B5-BBC4-5CC8A35DB2B9}" type="presParOf" srcId="{8275D64E-4E6C-4F5A-A7F7-4B6EA0B52164}" destId="{9B2C041F-0BED-4683-80CF-84B9C6F3464B}" srcOrd="3" destOrd="0" presId="urn:microsoft.com/office/officeart/2005/8/layout/list1"/>
    <dgm:cxn modelId="{7BC1142C-32AA-4203-B8E4-9A65E4A2B035}" type="presParOf" srcId="{8275D64E-4E6C-4F5A-A7F7-4B6EA0B52164}" destId="{6E7D306C-FCE9-4FE8-9EEE-9A87A041E7A0}" srcOrd="4" destOrd="0" presId="urn:microsoft.com/office/officeart/2005/8/layout/list1"/>
    <dgm:cxn modelId="{E05BD036-3FA9-44D1-9CA8-9F4D59E3435D}" type="presParOf" srcId="{6E7D306C-FCE9-4FE8-9EEE-9A87A041E7A0}" destId="{CB1870CA-57AE-4BC4-ACB6-CB5076F5A664}" srcOrd="0" destOrd="0" presId="urn:microsoft.com/office/officeart/2005/8/layout/list1"/>
    <dgm:cxn modelId="{3BFF278A-BFEB-432D-9486-A35636AB7E55}" type="presParOf" srcId="{6E7D306C-FCE9-4FE8-9EEE-9A87A041E7A0}" destId="{06FC7F13-0EB7-4453-8C35-409C66207DED}" srcOrd="1" destOrd="0" presId="urn:microsoft.com/office/officeart/2005/8/layout/list1"/>
    <dgm:cxn modelId="{3C4682A8-1547-48AB-B5DB-680CFEF45931}" type="presParOf" srcId="{8275D64E-4E6C-4F5A-A7F7-4B6EA0B52164}" destId="{3A2A3104-F332-4FC3-A429-00E531877C31}" srcOrd="5" destOrd="0" presId="urn:microsoft.com/office/officeart/2005/8/layout/list1"/>
    <dgm:cxn modelId="{F6E40206-ACAD-4038-9E37-22DD592D5FE7}" type="presParOf" srcId="{8275D64E-4E6C-4F5A-A7F7-4B6EA0B52164}" destId="{7B138928-6B79-4F22-AAB7-FE767EA1767A}" srcOrd="6" destOrd="0" presId="urn:microsoft.com/office/officeart/2005/8/layout/list1"/>
    <dgm:cxn modelId="{65DD9574-2882-47D9-A3E0-5B47905660FF}" type="presParOf" srcId="{8275D64E-4E6C-4F5A-A7F7-4B6EA0B52164}" destId="{747E18BF-5B89-4204-8475-D2A8CE074B2E}" srcOrd="7" destOrd="0" presId="urn:microsoft.com/office/officeart/2005/8/layout/list1"/>
    <dgm:cxn modelId="{46FDB860-8DB4-45D5-B6E4-68ACEE5377EE}" type="presParOf" srcId="{8275D64E-4E6C-4F5A-A7F7-4B6EA0B52164}" destId="{42468000-119B-4DB8-9FA0-39FFA0E61745}" srcOrd="8" destOrd="0" presId="urn:microsoft.com/office/officeart/2005/8/layout/list1"/>
    <dgm:cxn modelId="{F6748B70-1563-4631-92BB-A78BB5B43BB0}" type="presParOf" srcId="{42468000-119B-4DB8-9FA0-39FFA0E61745}" destId="{B1D61B7F-502D-4B11-9445-9837C26023BD}" srcOrd="0" destOrd="0" presId="urn:microsoft.com/office/officeart/2005/8/layout/list1"/>
    <dgm:cxn modelId="{EBEF3E94-5788-4C3B-A563-88D5E06984B5}" type="presParOf" srcId="{42468000-119B-4DB8-9FA0-39FFA0E61745}" destId="{630F7ADE-ED1D-4891-8057-EA89FC9DFB8A}" srcOrd="1" destOrd="0" presId="urn:microsoft.com/office/officeart/2005/8/layout/list1"/>
    <dgm:cxn modelId="{E932169F-C02D-49F4-B2A0-58A2F7CDC6A0}" type="presParOf" srcId="{8275D64E-4E6C-4F5A-A7F7-4B6EA0B52164}" destId="{1815FD60-2722-4B35-8E76-5CFD4AA5CC3A}" srcOrd="9" destOrd="0" presId="urn:microsoft.com/office/officeart/2005/8/layout/list1"/>
    <dgm:cxn modelId="{4B806805-F045-492D-AA7D-1C4DF45C4C48}" type="presParOf" srcId="{8275D64E-4E6C-4F5A-A7F7-4B6EA0B52164}" destId="{FDB153FB-EA3F-4C00-8060-71F3736BB709}" srcOrd="10" destOrd="0" presId="urn:microsoft.com/office/officeart/2005/8/layout/list1"/>
    <dgm:cxn modelId="{0190B85C-6B42-4FAB-ACEE-7E4188BC04E0}" type="presParOf" srcId="{8275D64E-4E6C-4F5A-A7F7-4B6EA0B52164}" destId="{9888E907-794A-4095-954A-B881FBBBE9F6}" srcOrd="11" destOrd="0" presId="urn:microsoft.com/office/officeart/2005/8/layout/list1"/>
    <dgm:cxn modelId="{9033B596-AB96-4979-8240-3747613B7B25}" type="presParOf" srcId="{8275D64E-4E6C-4F5A-A7F7-4B6EA0B52164}" destId="{08DDD105-FBE6-4575-A7AE-B4FCBADD9751}" srcOrd="12" destOrd="0" presId="urn:microsoft.com/office/officeart/2005/8/layout/list1"/>
    <dgm:cxn modelId="{33EED8FB-AD32-4340-9263-7BF013E751A2}" type="presParOf" srcId="{08DDD105-FBE6-4575-A7AE-B4FCBADD9751}" destId="{01068550-3BC2-4CFF-B41E-55C0E298BEEF}" srcOrd="0" destOrd="0" presId="urn:microsoft.com/office/officeart/2005/8/layout/list1"/>
    <dgm:cxn modelId="{EA64CD91-8494-4D6D-881E-A847E8F337B7}" type="presParOf" srcId="{08DDD105-FBE6-4575-A7AE-B4FCBADD9751}" destId="{4C86A9E4-261F-4086-A731-6661B895D81A}" srcOrd="1" destOrd="0" presId="urn:microsoft.com/office/officeart/2005/8/layout/list1"/>
    <dgm:cxn modelId="{9713F891-A414-4CE2-B5D3-0EADB7442C5F}" type="presParOf" srcId="{8275D64E-4E6C-4F5A-A7F7-4B6EA0B52164}" destId="{1FC0CC67-5405-48E3-B140-C54F99F2A6E5}" srcOrd="13" destOrd="0" presId="urn:microsoft.com/office/officeart/2005/8/layout/list1"/>
    <dgm:cxn modelId="{7758172F-3C88-4895-BD14-1B7EA7E53924}" type="presParOf" srcId="{8275D64E-4E6C-4F5A-A7F7-4B6EA0B52164}" destId="{1E9D2F97-EC8D-4A38-9059-FF993C5BC87E}" srcOrd="14" destOrd="0" presId="urn:microsoft.com/office/officeart/2005/8/layout/list1"/>
    <dgm:cxn modelId="{48ECF6AA-0E93-4658-81D5-47E123589310}" type="presParOf" srcId="{8275D64E-4E6C-4F5A-A7F7-4B6EA0B52164}" destId="{708FEB84-E0E2-45F4-8FE7-194F8B349648}" srcOrd="15" destOrd="0" presId="urn:microsoft.com/office/officeart/2005/8/layout/list1"/>
    <dgm:cxn modelId="{8080C358-4C1A-4902-9A20-A8288EFD0234}" type="presParOf" srcId="{8275D64E-4E6C-4F5A-A7F7-4B6EA0B52164}" destId="{56AA3360-7BF5-4159-A05D-1A0568A6F897}" srcOrd="16" destOrd="0" presId="urn:microsoft.com/office/officeart/2005/8/layout/list1"/>
    <dgm:cxn modelId="{7658495C-BCD9-4E22-821A-928F8C89F363}" type="presParOf" srcId="{56AA3360-7BF5-4159-A05D-1A0568A6F897}" destId="{AF8A8AC1-EEAA-4BCF-B790-336E102F4C36}" srcOrd="0" destOrd="0" presId="urn:microsoft.com/office/officeart/2005/8/layout/list1"/>
    <dgm:cxn modelId="{47421B5B-724D-410B-9A63-8FF843A0E1CD}" type="presParOf" srcId="{56AA3360-7BF5-4159-A05D-1A0568A6F897}" destId="{1D5210E3-F946-4146-A93D-9B5306EEBDD4}" srcOrd="1" destOrd="0" presId="urn:microsoft.com/office/officeart/2005/8/layout/list1"/>
    <dgm:cxn modelId="{1427B3B6-49D8-4D9D-91D1-AE86B182EB73}" type="presParOf" srcId="{8275D64E-4E6C-4F5A-A7F7-4B6EA0B52164}" destId="{03FAC263-E015-42F8-8457-BD203FB2A1BE}" srcOrd="17" destOrd="0" presId="urn:microsoft.com/office/officeart/2005/8/layout/list1"/>
    <dgm:cxn modelId="{3CA52165-066D-4571-B4E1-F29A9AFCBCCF}" type="presParOf" srcId="{8275D64E-4E6C-4F5A-A7F7-4B6EA0B52164}" destId="{5CC17B62-B2EF-4CA4-9C42-8E08EF3E8591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C271E-6E2F-405F-B1C9-2C051646216F}">
      <dsp:nvSpPr>
        <dsp:cNvPr id="0" name=""/>
        <dsp:cNvSpPr/>
      </dsp:nvSpPr>
      <dsp:spPr>
        <a:xfrm>
          <a:off x="0" y="377460"/>
          <a:ext cx="659058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502" tIns="312420" rIns="51150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500" kern="1200" dirty="0" smtClean="0"/>
            <a:t>Somos responsables de nuestra seguridad y de la de los demás</a:t>
          </a:r>
          <a:endParaRPr lang="es-CO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500" kern="1200" dirty="0" smtClean="0"/>
            <a:t>Mantenemos el orden y la limpieza</a:t>
          </a:r>
          <a:endParaRPr lang="es-CO" sz="1500" kern="1200" dirty="0"/>
        </a:p>
      </dsp:txBody>
      <dsp:txXfrm>
        <a:off x="0" y="377460"/>
        <a:ext cx="6590580" cy="874125"/>
      </dsp:txXfrm>
    </dsp:sp>
    <dsp:sp modelId="{8E358CB7-F576-4165-B858-C14AFD285FAB}">
      <dsp:nvSpPr>
        <dsp:cNvPr id="0" name=""/>
        <dsp:cNvSpPr/>
      </dsp:nvSpPr>
      <dsp:spPr>
        <a:xfrm>
          <a:off x="329529" y="156060"/>
          <a:ext cx="4613406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376" tIns="0" rIns="17437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500" kern="1200" dirty="0" smtClean="0"/>
            <a:t>Responsabilidad Personal</a:t>
          </a:r>
          <a:endParaRPr lang="es-CO" sz="1500" kern="1200" dirty="0"/>
        </a:p>
      </dsp:txBody>
      <dsp:txXfrm>
        <a:off x="351145" y="177676"/>
        <a:ext cx="4570174" cy="399568"/>
      </dsp:txXfrm>
    </dsp:sp>
    <dsp:sp modelId="{7B138928-6B79-4F22-AAB7-FE767EA1767A}">
      <dsp:nvSpPr>
        <dsp:cNvPr id="0" name=""/>
        <dsp:cNvSpPr/>
      </dsp:nvSpPr>
      <dsp:spPr>
        <a:xfrm>
          <a:off x="0" y="1553985"/>
          <a:ext cx="6590580" cy="108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502" tIns="312420" rIns="51150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500" kern="1200" dirty="0" smtClean="0"/>
            <a:t>Manifestamos nuestras preocupaciones en temas de seguridad</a:t>
          </a:r>
          <a:endParaRPr lang="es-CO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500" kern="1200" dirty="0" smtClean="0"/>
            <a:t>Comunicamos inmediatamente los errores que podamos haber cometido y colaboramos en su resolución</a:t>
          </a:r>
          <a:endParaRPr lang="es-CO" sz="1500" kern="1200" dirty="0"/>
        </a:p>
      </dsp:txBody>
      <dsp:txXfrm>
        <a:off x="0" y="1553985"/>
        <a:ext cx="6590580" cy="1086750"/>
      </dsp:txXfrm>
    </dsp:sp>
    <dsp:sp modelId="{06FC7F13-0EB7-4453-8C35-409C66207DED}">
      <dsp:nvSpPr>
        <dsp:cNvPr id="0" name=""/>
        <dsp:cNvSpPr/>
      </dsp:nvSpPr>
      <dsp:spPr>
        <a:xfrm>
          <a:off x="329529" y="1332585"/>
          <a:ext cx="4613406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376" tIns="0" rIns="17437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500" kern="1200" dirty="0" smtClean="0"/>
            <a:t>Apertura y Confianza</a:t>
          </a:r>
          <a:endParaRPr lang="es-CO" sz="1500" kern="1200" dirty="0"/>
        </a:p>
      </dsp:txBody>
      <dsp:txXfrm>
        <a:off x="351145" y="1354201"/>
        <a:ext cx="4570174" cy="399568"/>
      </dsp:txXfrm>
    </dsp:sp>
    <dsp:sp modelId="{FDB153FB-EA3F-4C00-8060-71F3736BB709}">
      <dsp:nvSpPr>
        <dsp:cNvPr id="0" name=""/>
        <dsp:cNvSpPr/>
      </dsp:nvSpPr>
      <dsp:spPr>
        <a:xfrm>
          <a:off x="0" y="2943135"/>
          <a:ext cx="659058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502" tIns="312420" rIns="51150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500" kern="1200" dirty="0" smtClean="0"/>
            <a:t>Identificamos y comunicamos las anomalías durante el proceso</a:t>
          </a:r>
          <a:endParaRPr lang="es-CO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500" kern="1200" dirty="0" smtClean="0"/>
            <a:t>Ayudamos a nuestros compañeros a evitar y corregir errores</a:t>
          </a:r>
          <a:endParaRPr lang="es-CO" sz="1500" kern="1200" dirty="0"/>
        </a:p>
      </dsp:txBody>
      <dsp:txXfrm>
        <a:off x="0" y="2943135"/>
        <a:ext cx="6590580" cy="874125"/>
      </dsp:txXfrm>
    </dsp:sp>
    <dsp:sp modelId="{630F7ADE-ED1D-4891-8057-EA89FC9DFB8A}">
      <dsp:nvSpPr>
        <dsp:cNvPr id="0" name=""/>
        <dsp:cNvSpPr/>
      </dsp:nvSpPr>
      <dsp:spPr>
        <a:xfrm>
          <a:off x="329529" y="2721736"/>
          <a:ext cx="4613406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376" tIns="0" rIns="17437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500" kern="1200" dirty="0" smtClean="0"/>
            <a:t>Actitud Critica y Constructiva</a:t>
          </a:r>
        </a:p>
      </dsp:txBody>
      <dsp:txXfrm>
        <a:off x="351145" y="2743352"/>
        <a:ext cx="4570174" cy="399568"/>
      </dsp:txXfrm>
    </dsp:sp>
    <dsp:sp modelId="{1E9D2F97-EC8D-4A38-9059-FF993C5BC87E}">
      <dsp:nvSpPr>
        <dsp:cNvPr id="0" name=""/>
        <dsp:cNvSpPr/>
      </dsp:nvSpPr>
      <dsp:spPr>
        <a:xfrm>
          <a:off x="0" y="4119661"/>
          <a:ext cx="6590580" cy="1086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502" tIns="312420" rIns="51150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500" kern="1200" dirty="0" smtClean="0"/>
            <a:t>Solicitamos cursos de Formación específicos cuando es necesario</a:t>
          </a:r>
          <a:endParaRPr lang="es-CO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500" kern="1200" dirty="0" smtClean="0"/>
            <a:t>Participamos en la mejora de los procedimientos y aportamos ideas para que se mejoren los procesos</a:t>
          </a:r>
          <a:endParaRPr lang="es-CO" sz="1500" kern="1200" dirty="0"/>
        </a:p>
      </dsp:txBody>
      <dsp:txXfrm>
        <a:off x="0" y="4119661"/>
        <a:ext cx="6590580" cy="1086750"/>
      </dsp:txXfrm>
    </dsp:sp>
    <dsp:sp modelId="{4C86A9E4-261F-4086-A731-6661B895D81A}">
      <dsp:nvSpPr>
        <dsp:cNvPr id="0" name=""/>
        <dsp:cNvSpPr/>
      </dsp:nvSpPr>
      <dsp:spPr>
        <a:xfrm>
          <a:off x="329529" y="3898261"/>
          <a:ext cx="4613406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376" tIns="0" rIns="17437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500" kern="1200" dirty="0" smtClean="0"/>
            <a:t>Aprendizaje y Mejora continua</a:t>
          </a:r>
          <a:endParaRPr lang="es-CO" sz="1500" kern="1200" dirty="0"/>
        </a:p>
      </dsp:txBody>
      <dsp:txXfrm>
        <a:off x="351145" y="3919877"/>
        <a:ext cx="4570174" cy="399568"/>
      </dsp:txXfrm>
    </dsp:sp>
    <dsp:sp modelId="{5CC17B62-B2EF-4CA4-9C42-8E08EF3E8591}">
      <dsp:nvSpPr>
        <dsp:cNvPr id="0" name=""/>
        <dsp:cNvSpPr/>
      </dsp:nvSpPr>
      <dsp:spPr>
        <a:xfrm>
          <a:off x="0" y="5508811"/>
          <a:ext cx="6590580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1502" tIns="312420" rIns="51150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CO" sz="1500" kern="1200" dirty="0" smtClean="0"/>
            <a:t>Se realiza autoevaluaciones y controles para garantizar la seguridad</a:t>
          </a:r>
          <a:endParaRPr lang="es-CO" sz="1500" kern="1200" dirty="0"/>
        </a:p>
      </dsp:txBody>
      <dsp:txXfrm>
        <a:off x="0" y="5508811"/>
        <a:ext cx="6590580" cy="637875"/>
      </dsp:txXfrm>
    </dsp:sp>
    <dsp:sp modelId="{1D5210E3-F946-4146-A93D-9B5306EEBDD4}">
      <dsp:nvSpPr>
        <dsp:cNvPr id="0" name=""/>
        <dsp:cNvSpPr/>
      </dsp:nvSpPr>
      <dsp:spPr>
        <a:xfrm>
          <a:off x="329529" y="5287411"/>
          <a:ext cx="4613406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4376" tIns="0" rIns="174376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1500" kern="1200" dirty="0" smtClean="0"/>
            <a:t>Seguimiento Constante de la Seguridad</a:t>
          </a:r>
          <a:endParaRPr lang="es-CO" sz="1500" kern="1200" dirty="0"/>
        </a:p>
      </dsp:txBody>
      <dsp:txXfrm>
        <a:off x="351145" y="5309027"/>
        <a:ext cx="4570174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67EC7-DEC5-4912-AEFC-FD823E384AD7}" type="datetimeFigureOut">
              <a:rPr lang="es-ES" smtClean="0"/>
              <a:t>07/02/2018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8B5E9-6A3B-4FCF-9229-D53885B940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24064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C6346-2D69-4F79-AFA1-D41CE7AB6371}" type="datetimeFigureOut">
              <a:rPr lang="es-ES" smtClean="0"/>
              <a:t>07/02/2018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9B4BC-792D-4341-9E31-460078A1926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1034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 userDrawn="1"/>
        </p:nvSpPr>
        <p:spPr>
          <a:xfrm>
            <a:off x="4074458" y="1478835"/>
            <a:ext cx="2811268" cy="640224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71451" y="2792754"/>
            <a:ext cx="4555191" cy="196003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71451" y="5157694"/>
            <a:ext cx="4225738" cy="123712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75F9E-EE83-4123-B994-A39036D5B3E2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BA000-D24C-4550-957F-80687E2D1B79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grpSp>
        <p:nvGrpSpPr>
          <p:cNvPr id="15" name="14 Grupo"/>
          <p:cNvGrpSpPr/>
          <p:nvPr userDrawn="1"/>
        </p:nvGrpSpPr>
        <p:grpSpPr>
          <a:xfrm>
            <a:off x="47931" y="99698"/>
            <a:ext cx="2185682" cy="687857"/>
            <a:chOff x="165507" y="1410451"/>
            <a:chExt cx="2914243" cy="515893"/>
          </a:xfrm>
        </p:grpSpPr>
        <p:pic>
          <p:nvPicPr>
            <p:cNvPr id="16" name="6 Imagen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5507" y="1410451"/>
              <a:ext cx="2035336" cy="5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6" descr="C:\Users\montanag\Desktop\presidencia-escudo-nuevopais.jpg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07" y="1477309"/>
              <a:ext cx="890343" cy="3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8" name="Picture 11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497577" y="76229"/>
            <a:ext cx="1313358" cy="7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461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75F9E-EE83-4123-B994-A39036D5B3E2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BA000-D24C-4550-957F-80687E2D1B79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sp>
        <p:nvSpPr>
          <p:cNvPr id="21" name="20 Rectángulo"/>
          <p:cNvSpPr/>
          <p:nvPr userDrawn="1"/>
        </p:nvSpPr>
        <p:spPr>
          <a:xfrm>
            <a:off x="1829745" y="168591"/>
            <a:ext cx="3211390" cy="7313463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" name="2 Grupo"/>
          <p:cNvGrpSpPr/>
          <p:nvPr userDrawn="1"/>
        </p:nvGrpSpPr>
        <p:grpSpPr>
          <a:xfrm>
            <a:off x="1899966" y="7380147"/>
            <a:ext cx="3058069" cy="1148860"/>
            <a:chOff x="2488400" y="5535110"/>
            <a:chExt cx="4077425" cy="861645"/>
          </a:xfrm>
        </p:grpSpPr>
        <p:grpSp>
          <p:nvGrpSpPr>
            <p:cNvPr id="8" name="7 Grupo"/>
            <p:cNvGrpSpPr/>
            <p:nvPr userDrawn="1"/>
          </p:nvGrpSpPr>
          <p:grpSpPr>
            <a:xfrm>
              <a:off x="2488400" y="6119756"/>
              <a:ext cx="3365748" cy="276999"/>
              <a:chOff x="2880686" y="6119756"/>
              <a:chExt cx="3365748" cy="276999"/>
            </a:xfrm>
          </p:grpSpPr>
          <p:sp>
            <p:nvSpPr>
              <p:cNvPr id="17" name="16 CuadroTexto"/>
              <p:cNvSpPr txBox="1"/>
              <p:nvPr userDrawn="1"/>
            </p:nvSpPr>
            <p:spPr>
              <a:xfrm>
                <a:off x="2880686" y="6119756"/>
                <a:ext cx="908237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25425" dist="50800" dir="5220000" algn="ctr">
                  <a:srgbClr val="000000">
                    <a:alpha val="33000"/>
                  </a:srgbClr>
                </a:outerShdw>
                <a:reflection blurRad="6350" stA="50000" endA="275" endPos="40000" dist="101600" dir="5400000" sy="-100000" algn="bl" rotWithShape="0"/>
              </a:effectLst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extrusionH="19050"/>
              </a:bodyPr>
              <a:lstStyle/>
              <a:p>
                <a:pPr algn="ctr"/>
                <a:r>
                  <a:rPr lang="es-CO" sz="900" b="1" dirty="0" smtClean="0">
                    <a:solidFill>
                      <a:schemeClr val="tx1"/>
                    </a:solidFill>
                    <a:effectLst/>
                    <a:latin typeface="Swis721 LtEx BT" pitchFamily="34" charset="0"/>
                  </a:rPr>
                  <a:t>esdeguecol</a:t>
                </a:r>
                <a:endParaRPr lang="es-ES" sz="900" b="1" dirty="0">
                  <a:solidFill>
                    <a:schemeClr val="tx1"/>
                  </a:solidFill>
                  <a:effectLst/>
                  <a:latin typeface="Swis721 LtEx BT" pitchFamily="34" charset="0"/>
                </a:endParaRPr>
              </a:p>
            </p:txBody>
          </p:sp>
          <p:sp>
            <p:nvSpPr>
              <p:cNvPr id="18" name="17 CuadroTexto"/>
              <p:cNvSpPr txBox="1"/>
              <p:nvPr userDrawn="1"/>
            </p:nvSpPr>
            <p:spPr>
              <a:xfrm>
                <a:off x="3698154" y="6119756"/>
                <a:ext cx="875971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25425" dist="50800" dir="5220000" algn="ctr">
                  <a:srgbClr val="000000">
                    <a:alpha val="33000"/>
                  </a:srgbClr>
                </a:outerShdw>
                <a:reflection blurRad="6350" stA="50000" endA="275" endPos="40000" dist="101600" dir="5400000" sy="-100000" algn="bl" rotWithShape="0"/>
              </a:effectLst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extrusionH="19050"/>
              </a:bodyPr>
              <a:lstStyle/>
              <a:p>
                <a:pPr algn="ctr"/>
                <a:r>
                  <a:rPr lang="es-CO" sz="900" b="1" dirty="0" smtClean="0">
                    <a:solidFill>
                      <a:schemeClr val="tx1"/>
                    </a:solidFill>
                    <a:effectLst/>
                    <a:latin typeface="Swis721 LtEx BT" pitchFamily="34" charset="0"/>
                  </a:rPr>
                  <a:t>@esdegue</a:t>
                </a:r>
                <a:endParaRPr lang="es-ES" sz="900" b="1" dirty="0">
                  <a:solidFill>
                    <a:schemeClr val="tx1"/>
                  </a:solidFill>
                  <a:effectLst/>
                  <a:latin typeface="Swis721 LtEx BT" pitchFamily="34" charset="0"/>
                </a:endParaRPr>
              </a:p>
            </p:txBody>
          </p:sp>
          <p:sp>
            <p:nvSpPr>
              <p:cNvPr id="22" name="21 CuadroTexto"/>
              <p:cNvSpPr txBox="1"/>
              <p:nvPr userDrawn="1"/>
            </p:nvSpPr>
            <p:spPr>
              <a:xfrm>
                <a:off x="4498331" y="6119756"/>
                <a:ext cx="908237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25425" dist="50800" dir="5220000" algn="ctr">
                  <a:srgbClr val="000000">
                    <a:alpha val="33000"/>
                  </a:srgbClr>
                </a:outerShdw>
                <a:reflection blurRad="6350" stA="50000" endA="275" endPos="40000" dist="101600" dir="5400000" sy="-100000" algn="bl" rotWithShape="0"/>
              </a:effectLst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extrusionH="19050"/>
              </a:bodyPr>
              <a:lstStyle/>
              <a:p>
                <a:pPr algn="ctr"/>
                <a:r>
                  <a:rPr lang="es-CO" sz="900" b="1" dirty="0" smtClean="0">
                    <a:solidFill>
                      <a:schemeClr val="tx1"/>
                    </a:solidFill>
                    <a:effectLst/>
                    <a:latin typeface="Swis721 LtEx BT" pitchFamily="34" charset="0"/>
                  </a:rPr>
                  <a:t>esdeguecol</a:t>
                </a:r>
                <a:endParaRPr lang="es-ES" sz="900" b="1" dirty="0">
                  <a:solidFill>
                    <a:schemeClr val="tx1"/>
                  </a:solidFill>
                  <a:effectLst/>
                  <a:latin typeface="Swis721 LtEx BT" pitchFamily="34" charset="0"/>
                </a:endParaRPr>
              </a:p>
            </p:txBody>
          </p:sp>
          <p:sp>
            <p:nvSpPr>
              <p:cNvPr id="23" name="22 CuadroTexto"/>
              <p:cNvSpPr txBox="1"/>
              <p:nvPr userDrawn="1"/>
            </p:nvSpPr>
            <p:spPr>
              <a:xfrm>
                <a:off x="5338197" y="6119756"/>
                <a:ext cx="908237" cy="2769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25425" dist="50800" dir="5220000" algn="ctr">
                  <a:srgbClr val="000000">
                    <a:alpha val="33000"/>
                  </a:srgbClr>
                </a:outerShdw>
                <a:reflection blurRad="6350" stA="50000" endA="275" endPos="40000" dist="101600" dir="5400000" sy="-100000" algn="bl" rotWithShape="0"/>
              </a:effectLst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extrusionH="19050"/>
              </a:bodyPr>
              <a:lstStyle/>
              <a:p>
                <a:pPr algn="ctr"/>
                <a:r>
                  <a:rPr lang="es-CO" sz="900" b="1" dirty="0" smtClean="0">
                    <a:solidFill>
                      <a:schemeClr val="tx1"/>
                    </a:solidFill>
                    <a:effectLst/>
                    <a:latin typeface="Swis721 LtEx BT" pitchFamily="34" charset="0"/>
                  </a:rPr>
                  <a:t>esdeguecol</a:t>
                </a:r>
                <a:endParaRPr lang="es-ES" sz="900" b="1" dirty="0">
                  <a:solidFill>
                    <a:schemeClr val="tx1"/>
                  </a:solidFill>
                  <a:effectLst/>
                  <a:latin typeface="Swis721 LtEx BT" pitchFamily="34" charset="0"/>
                </a:endParaRPr>
              </a:p>
            </p:txBody>
          </p:sp>
        </p:grpSp>
        <p:grpSp>
          <p:nvGrpSpPr>
            <p:cNvPr id="2" name="1 Grupo"/>
            <p:cNvGrpSpPr/>
            <p:nvPr userDrawn="1"/>
          </p:nvGrpSpPr>
          <p:grpSpPr>
            <a:xfrm>
              <a:off x="2702039" y="5535110"/>
              <a:ext cx="3863786" cy="616586"/>
              <a:chOff x="2702039" y="5535110"/>
              <a:chExt cx="3863786" cy="616586"/>
            </a:xfrm>
          </p:grpSpPr>
          <p:pic>
            <p:nvPicPr>
              <p:cNvPr id="13" name="Picture 6" descr="D:\ESDEGUE 2015\Pantallas\15 oct siguenos\t.png"/>
              <p:cNvPicPr>
                <a:picLocks noChangeAspect="1" noChangeArrowheads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3374" y="5611540"/>
                <a:ext cx="480961" cy="495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7" descr="D:\ESDEGUE 2015\Pantallas\15 oct siguenos\f.png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02039" y="5611540"/>
                <a:ext cx="480961" cy="495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8" descr="D:\ESDEGUE 2015\Pantallas\15 oct siguenos\fl.png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42671" y="5585080"/>
                <a:ext cx="514718" cy="5166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9"/>
              <p:cNvPicPr>
                <a:picLocks noChangeAspect="1" noChangeArrowheads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 bwMode="auto">
              <a:xfrm>
                <a:off x="4311301" y="5608009"/>
                <a:ext cx="497727" cy="4986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D:\ESDEGUE 2014\CODENAL2\image\QR ESDEGUE 2014.jpg"/>
              <p:cNvPicPr>
                <a:picLocks noChangeAspect="1" noChangeArrowheads="1"/>
              </p:cNvPicPr>
              <p:nvPr userDrawn="1"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49239" y="5535110"/>
                <a:ext cx="616586" cy="6165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4" name="23 Grupo"/>
          <p:cNvGrpSpPr/>
          <p:nvPr userDrawn="1"/>
        </p:nvGrpSpPr>
        <p:grpSpPr>
          <a:xfrm>
            <a:off x="47931" y="99698"/>
            <a:ext cx="2185682" cy="687857"/>
            <a:chOff x="165507" y="1410451"/>
            <a:chExt cx="2914243" cy="515893"/>
          </a:xfrm>
        </p:grpSpPr>
        <p:pic>
          <p:nvPicPr>
            <p:cNvPr id="25" name="6 Imagen"/>
            <p:cNvPicPr>
              <a:picLocks noChangeAspect="1"/>
            </p:cNvPicPr>
            <p:nvPr userDrawn="1"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5507" y="1410451"/>
              <a:ext cx="2035336" cy="5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6" descr="C:\Users\montanag\Desktop\presidencia-escudo-nuevopais.jpg"/>
            <p:cNvPicPr>
              <a:picLocks noChangeAspect="1" noChangeArrowheads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07" y="1477309"/>
              <a:ext cx="890343" cy="3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11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497577" y="76229"/>
            <a:ext cx="1313358" cy="7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70073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18 Grupo"/>
          <p:cNvGrpSpPr/>
          <p:nvPr userDrawn="1"/>
        </p:nvGrpSpPr>
        <p:grpSpPr>
          <a:xfrm>
            <a:off x="47931" y="99698"/>
            <a:ext cx="2185682" cy="687857"/>
            <a:chOff x="165507" y="1410451"/>
            <a:chExt cx="2914243" cy="515893"/>
          </a:xfrm>
        </p:grpSpPr>
        <p:pic>
          <p:nvPicPr>
            <p:cNvPr id="20" name="6 Imagen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5507" y="1410451"/>
              <a:ext cx="2035336" cy="5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6" descr="C:\Users\montanag\Desktop\presidencia-escudo-nuevopais.jp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07" y="1477309"/>
              <a:ext cx="890343" cy="3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42900" y="1243107"/>
            <a:ext cx="6172200" cy="692511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01AC5-941F-40FB-855D-14E96E42776E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850FB3-3B4C-4B4F-9834-160FF5B38B75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sp>
        <p:nvSpPr>
          <p:cNvPr id="11" name="10 Rectángulo"/>
          <p:cNvSpPr/>
          <p:nvPr userDrawn="1"/>
        </p:nvSpPr>
        <p:spPr>
          <a:xfrm>
            <a:off x="2319619" y="102519"/>
            <a:ext cx="3130895" cy="685037"/>
          </a:xfrm>
          <a:prstGeom prst="rect">
            <a:avLst/>
          </a:prstGeom>
          <a:solidFill>
            <a:srgbClr val="0040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Myriad Pro" pitchFamily="34" charset="0"/>
            </a:endParaRPr>
          </a:p>
        </p:txBody>
      </p:sp>
      <p:sp>
        <p:nvSpPr>
          <p:cNvPr id="12" name="1 Título"/>
          <p:cNvSpPr>
            <a:spLocks noGrp="1"/>
          </p:cNvSpPr>
          <p:nvPr>
            <p:ph type="title"/>
          </p:nvPr>
        </p:nvSpPr>
        <p:spPr>
          <a:xfrm>
            <a:off x="2319619" y="102518"/>
            <a:ext cx="3130895" cy="685036"/>
          </a:xfrm>
        </p:spPr>
        <p:txBody>
          <a:bodyPr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s-CO" sz="1800" b="1" kern="12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Droid Sans" panose="020B0606030804020204" pitchFamily="34" charset="0"/>
                <a:cs typeface="Droid Sans" panose="020B0606030804020204" pitchFamily="34" charset="0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CO" dirty="0"/>
          </a:p>
        </p:txBody>
      </p:sp>
      <p:pic>
        <p:nvPicPr>
          <p:cNvPr id="13" name="Picture 11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497577" y="76229"/>
            <a:ext cx="1313358" cy="7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3671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1422401"/>
            <a:ext cx="3028950" cy="67458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1422401"/>
            <a:ext cx="3028950" cy="67458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A7B3A-3E10-4584-BEC9-0B7E0DBF4376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EC4F8-7F08-47F0-AED9-17E55B5C518A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grpSp>
        <p:nvGrpSpPr>
          <p:cNvPr id="15" name="14 Grupo"/>
          <p:cNvGrpSpPr/>
          <p:nvPr userDrawn="1"/>
        </p:nvGrpSpPr>
        <p:grpSpPr>
          <a:xfrm>
            <a:off x="47931" y="99698"/>
            <a:ext cx="2185682" cy="687857"/>
            <a:chOff x="165507" y="1410451"/>
            <a:chExt cx="2914243" cy="515893"/>
          </a:xfrm>
        </p:grpSpPr>
        <p:pic>
          <p:nvPicPr>
            <p:cNvPr id="16" name="6 Imagen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5507" y="1410451"/>
              <a:ext cx="2035336" cy="5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6" descr="C:\Users\montanag\Desktop\presidencia-escudo-nuevopais.jp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07" y="1477309"/>
              <a:ext cx="890343" cy="3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8" name="Picture 11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497577" y="76229"/>
            <a:ext cx="1313358" cy="7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18 Rectángulo"/>
          <p:cNvSpPr/>
          <p:nvPr userDrawn="1"/>
        </p:nvSpPr>
        <p:spPr>
          <a:xfrm>
            <a:off x="2319619" y="102519"/>
            <a:ext cx="3130895" cy="685037"/>
          </a:xfrm>
          <a:prstGeom prst="rect">
            <a:avLst/>
          </a:prstGeom>
          <a:solidFill>
            <a:srgbClr val="0040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Myriad Pro" pitchFamily="34" charset="0"/>
            </a:endParaRPr>
          </a:p>
        </p:txBody>
      </p:sp>
      <p:sp>
        <p:nvSpPr>
          <p:cNvPr id="20" name="1 Título"/>
          <p:cNvSpPr>
            <a:spLocks noGrp="1"/>
          </p:cNvSpPr>
          <p:nvPr>
            <p:ph type="title"/>
          </p:nvPr>
        </p:nvSpPr>
        <p:spPr>
          <a:xfrm>
            <a:off x="2319619" y="102518"/>
            <a:ext cx="3130895" cy="685036"/>
          </a:xfrm>
        </p:spPr>
        <p:txBody>
          <a:bodyPr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s-CO" sz="1800" b="1" kern="12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Droid Sans" panose="020B0606030804020204" pitchFamily="34" charset="0"/>
                <a:cs typeface="Droid Sans" panose="020B0606030804020204" pitchFamily="34" charset="0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16956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1736031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589047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1736031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589047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F1DFE-2D77-40F8-9117-A95C05DE1198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12DAE-160A-48FF-8E10-094B9E2668A9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grpSp>
        <p:nvGrpSpPr>
          <p:cNvPr id="17" name="16 Grupo"/>
          <p:cNvGrpSpPr/>
          <p:nvPr userDrawn="1"/>
        </p:nvGrpSpPr>
        <p:grpSpPr>
          <a:xfrm>
            <a:off x="47931" y="99698"/>
            <a:ext cx="2185682" cy="687857"/>
            <a:chOff x="165507" y="1410451"/>
            <a:chExt cx="2914243" cy="515893"/>
          </a:xfrm>
        </p:grpSpPr>
        <p:pic>
          <p:nvPicPr>
            <p:cNvPr id="18" name="6 Imagen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5507" y="1410451"/>
              <a:ext cx="2035336" cy="5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6" descr="C:\Users\montanag\Desktop\presidencia-escudo-nuevopais.jp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07" y="1477309"/>
              <a:ext cx="890343" cy="3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" name="Picture 11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497577" y="76229"/>
            <a:ext cx="1313358" cy="7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20 Rectángulo"/>
          <p:cNvSpPr/>
          <p:nvPr userDrawn="1"/>
        </p:nvSpPr>
        <p:spPr>
          <a:xfrm>
            <a:off x="2319619" y="102519"/>
            <a:ext cx="3130895" cy="685037"/>
          </a:xfrm>
          <a:prstGeom prst="rect">
            <a:avLst/>
          </a:prstGeom>
          <a:solidFill>
            <a:srgbClr val="0040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Myriad Pro" pitchFamily="34" charset="0"/>
            </a:endParaRPr>
          </a:p>
        </p:txBody>
      </p:sp>
      <p:sp>
        <p:nvSpPr>
          <p:cNvPr id="22" name="1 Título"/>
          <p:cNvSpPr>
            <a:spLocks noGrp="1"/>
          </p:cNvSpPr>
          <p:nvPr>
            <p:ph type="title"/>
          </p:nvPr>
        </p:nvSpPr>
        <p:spPr>
          <a:xfrm>
            <a:off x="2319619" y="102518"/>
            <a:ext cx="3130895" cy="685036"/>
          </a:xfrm>
        </p:spPr>
        <p:txBody>
          <a:bodyPr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s-CO" sz="1800" b="1" kern="12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Droid Sans" panose="020B0606030804020204" pitchFamily="34" charset="0"/>
                <a:cs typeface="Droid Sans" panose="020B0606030804020204" pitchFamily="34" charset="0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28045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77C4D5-D0A3-4683-9DA2-E2AEBE66F634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5ED77-A1EF-44B2-AC17-548332C374BB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grpSp>
        <p:nvGrpSpPr>
          <p:cNvPr id="13" name="12 Grupo"/>
          <p:cNvGrpSpPr/>
          <p:nvPr userDrawn="1"/>
        </p:nvGrpSpPr>
        <p:grpSpPr>
          <a:xfrm>
            <a:off x="47931" y="99698"/>
            <a:ext cx="2185682" cy="687857"/>
            <a:chOff x="165507" y="1410451"/>
            <a:chExt cx="2914243" cy="515893"/>
          </a:xfrm>
        </p:grpSpPr>
        <p:pic>
          <p:nvPicPr>
            <p:cNvPr id="14" name="6 Imagen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5507" y="1410451"/>
              <a:ext cx="2035336" cy="5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6" descr="C:\Users\montanag\Desktop\presidencia-escudo-nuevopais.jp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07" y="1477309"/>
              <a:ext cx="890343" cy="3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" name="Picture 11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497577" y="76229"/>
            <a:ext cx="1313358" cy="7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16 Rectángulo"/>
          <p:cNvSpPr/>
          <p:nvPr userDrawn="1"/>
        </p:nvSpPr>
        <p:spPr>
          <a:xfrm>
            <a:off x="2319619" y="102519"/>
            <a:ext cx="3130895" cy="685037"/>
          </a:xfrm>
          <a:prstGeom prst="rect">
            <a:avLst/>
          </a:prstGeom>
          <a:solidFill>
            <a:srgbClr val="0040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Myriad Pro" pitchFamily="34" charset="0"/>
            </a:endParaRPr>
          </a:p>
        </p:txBody>
      </p:sp>
      <p:sp>
        <p:nvSpPr>
          <p:cNvPr id="18" name="1 Título"/>
          <p:cNvSpPr>
            <a:spLocks noGrp="1"/>
          </p:cNvSpPr>
          <p:nvPr>
            <p:ph type="title"/>
          </p:nvPr>
        </p:nvSpPr>
        <p:spPr>
          <a:xfrm>
            <a:off x="2319619" y="102518"/>
            <a:ext cx="3130895" cy="685036"/>
          </a:xfrm>
        </p:spPr>
        <p:txBody>
          <a:bodyPr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s-CO" sz="1800" b="1" kern="12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Droid Sans" panose="020B0606030804020204" pitchFamily="34" charset="0"/>
                <a:cs typeface="Droid Sans" panose="020B0606030804020204" pitchFamily="34" charset="0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39245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0EBD9-7FA6-4AD9-A1DC-047836B64059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09F9D-BECB-478C-9E5E-FDD7CE93686B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grpSp>
        <p:nvGrpSpPr>
          <p:cNvPr id="9" name="8 Grupo"/>
          <p:cNvGrpSpPr/>
          <p:nvPr userDrawn="1"/>
        </p:nvGrpSpPr>
        <p:grpSpPr>
          <a:xfrm>
            <a:off x="47931" y="99698"/>
            <a:ext cx="2185682" cy="687857"/>
            <a:chOff x="165507" y="1410451"/>
            <a:chExt cx="2914243" cy="515893"/>
          </a:xfrm>
        </p:grpSpPr>
        <p:pic>
          <p:nvPicPr>
            <p:cNvPr id="10" name="6 Imagen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5507" y="1410451"/>
              <a:ext cx="2035336" cy="5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6" descr="C:\Users\montanag\Desktop\presidencia-escudo-nuevopais.jp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07" y="1477309"/>
              <a:ext cx="890343" cy="3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497577" y="76229"/>
            <a:ext cx="1313358" cy="7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7898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DE6A9-9CB3-4029-92A3-4C5CDC47E8CC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1E8142-FB7C-4241-B68D-38F6402E3CA9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grpSp>
        <p:nvGrpSpPr>
          <p:cNvPr id="11" name="10 Grupo"/>
          <p:cNvGrpSpPr/>
          <p:nvPr userDrawn="1"/>
        </p:nvGrpSpPr>
        <p:grpSpPr>
          <a:xfrm>
            <a:off x="47931" y="99698"/>
            <a:ext cx="2185682" cy="687857"/>
            <a:chOff x="165507" y="1410451"/>
            <a:chExt cx="2914243" cy="515893"/>
          </a:xfrm>
        </p:grpSpPr>
        <p:pic>
          <p:nvPicPr>
            <p:cNvPr id="12" name="6 Imagen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5507" y="1410451"/>
              <a:ext cx="2035336" cy="5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6" descr="C:\Users\montanag\Desktop\presidencia-escudo-nuevopais.jp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07" y="1477309"/>
              <a:ext cx="890343" cy="3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11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497577" y="76229"/>
            <a:ext cx="1313358" cy="7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8451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E9BA85-56A7-49D0-9B4A-FE72CDAB6545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13D10-722D-47EC-9008-DC97AF352F0D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grpSp>
        <p:nvGrpSpPr>
          <p:cNvPr id="12" name="11 Grupo"/>
          <p:cNvGrpSpPr/>
          <p:nvPr userDrawn="1"/>
        </p:nvGrpSpPr>
        <p:grpSpPr>
          <a:xfrm>
            <a:off x="47931" y="99698"/>
            <a:ext cx="2185682" cy="687857"/>
            <a:chOff x="165507" y="1410451"/>
            <a:chExt cx="2914243" cy="515893"/>
          </a:xfrm>
        </p:grpSpPr>
        <p:pic>
          <p:nvPicPr>
            <p:cNvPr id="13" name="6 Imagen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5507" y="1410451"/>
              <a:ext cx="2035336" cy="5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6" descr="C:\Users\montanag\Desktop\presidencia-escudo-nuevopais.jp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07" y="1477309"/>
              <a:ext cx="890343" cy="3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" name="Picture 11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497577" y="76229"/>
            <a:ext cx="1313358" cy="7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15 Rectángulo"/>
          <p:cNvSpPr/>
          <p:nvPr userDrawn="1"/>
        </p:nvSpPr>
        <p:spPr>
          <a:xfrm>
            <a:off x="2319619" y="102519"/>
            <a:ext cx="3130895" cy="685037"/>
          </a:xfrm>
          <a:prstGeom prst="rect">
            <a:avLst/>
          </a:prstGeom>
          <a:solidFill>
            <a:srgbClr val="0040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Myriad Pro" pitchFamily="34" charset="0"/>
            </a:endParaRPr>
          </a:p>
        </p:txBody>
      </p:sp>
      <p:sp>
        <p:nvSpPr>
          <p:cNvPr id="17" name="1 Título"/>
          <p:cNvSpPr txBox="1">
            <a:spLocks/>
          </p:cNvSpPr>
          <p:nvPr userDrawn="1"/>
        </p:nvSpPr>
        <p:spPr bwMode="auto">
          <a:xfrm>
            <a:off x="2319619" y="102518"/>
            <a:ext cx="3130895" cy="685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s-CO" sz="1800" b="1" kern="12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Droid Sans" panose="020B0606030804020204" pitchFamily="34" charset="0"/>
                <a:cs typeface="Droid Sans" panose="020B060603080402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9833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s-CO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2F785-99EB-4945-8847-7D12E9D936E9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62BD43-4134-4E8A-95C4-9D0B5EBFB26D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grpSp>
        <p:nvGrpSpPr>
          <p:cNvPr id="12" name="11 Grupo"/>
          <p:cNvGrpSpPr/>
          <p:nvPr userDrawn="1"/>
        </p:nvGrpSpPr>
        <p:grpSpPr>
          <a:xfrm>
            <a:off x="47931" y="99698"/>
            <a:ext cx="2185682" cy="687857"/>
            <a:chOff x="165507" y="1410451"/>
            <a:chExt cx="2914243" cy="515893"/>
          </a:xfrm>
        </p:grpSpPr>
        <p:pic>
          <p:nvPicPr>
            <p:cNvPr id="13" name="6 Imagen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5507" y="1410451"/>
              <a:ext cx="2035336" cy="5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6" descr="C:\Users\montanag\Desktop\presidencia-escudo-nuevopais.jp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07" y="1477309"/>
              <a:ext cx="890343" cy="3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" name="Picture 11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497577" y="76229"/>
            <a:ext cx="1313358" cy="7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15 Rectángulo"/>
          <p:cNvSpPr/>
          <p:nvPr userDrawn="1"/>
        </p:nvSpPr>
        <p:spPr>
          <a:xfrm>
            <a:off x="2319619" y="102519"/>
            <a:ext cx="3130895" cy="685037"/>
          </a:xfrm>
          <a:prstGeom prst="rect">
            <a:avLst/>
          </a:prstGeom>
          <a:solidFill>
            <a:srgbClr val="0040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Myriad Pro" pitchFamily="34" charset="0"/>
            </a:endParaRPr>
          </a:p>
        </p:txBody>
      </p:sp>
      <p:sp>
        <p:nvSpPr>
          <p:cNvPr id="17" name="1 Título"/>
          <p:cNvSpPr txBox="1">
            <a:spLocks/>
          </p:cNvSpPr>
          <p:nvPr userDrawn="1"/>
        </p:nvSpPr>
        <p:spPr bwMode="auto">
          <a:xfrm>
            <a:off x="2319619" y="102518"/>
            <a:ext cx="3130895" cy="685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s-CO" sz="1800" b="1" kern="12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Droid Sans" panose="020B0606030804020204" pitchFamily="34" charset="0"/>
                <a:cs typeface="Droid Sans" panose="020B060603080402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8714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1541931"/>
            <a:ext cx="6172200" cy="662628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8D41-E07F-40F6-AC57-44D8AF365FCB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55138-AB42-456A-AE3B-4348C34E6F03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grpSp>
        <p:nvGrpSpPr>
          <p:cNvPr id="14" name="13 Grupo"/>
          <p:cNvGrpSpPr/>
          <p:nvPr userDrawn="1"/>
        </p:nvGrpSpPr>
        <p:grpSpPr>
          <a:xfrm>
            <a:off x="47931" y="99698"/>
            <a:ext cx="2185682" cy="687857"/>
            <a:chOff x="165507" y="1410451"/>
            <a:chExt cx="2914243" cy="515893"/>
          </a:xfrm>
        </p:grpSpPr>
        <p:pic>
          <p:nvPicPr>
            <p:cNvPr id="15" name="6 Imagen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5507" y="1410451"/>
              <a:ext cx="2035336" cy="5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6" descr="C:\Users\montanag\Desktop\presidencia-escudo-nuevopais.jp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07" y="1477309"/>
              <a:ext cx="890343" cy="3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Picture 11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497577" y="76229"/>
            <a:ext cx="1313358" cy="7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17 Rectángulo"/>
          <p:cNvSpPr/>
          <p:nvPr userDrawn="1"/>
        </p:nvSpPr>
        <p:spPr>
          <a:xfrm>
            <a:off x="2319619" y="102519"/>
            <a:ext cx="3130895" cy="685037"/>
          </a:xfrm>
          <a:prstGeom prst="rect">
            <a:avLst/>
          </a:prstGeom>
          <a:solidFill>
            <a:srgbClr val="0040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Myriad Pro" pitchFamily="34" charset="0"/>
            </a:endParaRPr>
          </a:p>
        </p:txBody>
      </p:sp>
      <p:sp>
        <p:nvSpPr>
          <p:cNvPr id="19" name="1 Título"/>
          <p:cNvSpPr>
            <a:spLocks noGrp="1"/>
          </p:cNvSpPr>
          <p:nvPr>
            <p:ph type="title"/>
          </p:nvPr>
        </p:nvSpPr>
        <p:spPr>
          <a:xfrm>
            <a:off x="2319619" y="102518"/>
            <a:ext cx="3130895" cy="685036"/>
          </a:xfrm>
        </p:spPr>
        <p:txBody>
          <a:bodyPr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s-CO" sz="1800" b="1" kern="12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Droid Sans" panose="020B0606030804020204" pitchFamily="34" charset="0"/>
                <a:cs typeface="Droid Sans" panose="020B0606030804020204" pitchFamily="34" charset="0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28988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CE535B-954B-4606-9903-EA96EFDA8D5A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98925-5A9B-4AD2-8C19-2BBD6D51D4C1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grpSp>
        <p:nvGrpSpPr>
          <p:cNvPr id="11" name="10 Grupo"/>
          <p:cNvGrpSpPr/>
          <p:nvPr userDrawn="1"/>
        </p:nvGrpSpPr>
        <p:grpSpPr>
          <a:xfrm>
            <a:off x="47931" y="99698"/>
            <a:ext cx="2185682" cy="687857"/>
            <a:chOff x="165507" y="1410451"/>
            <a:chExt cx="2914243" cy="515893"/>
          </a:xfrm>
        </p:grpSpPr>
        <p:pic>
          <p:nvPicPr>
            <p:cNvPr id="12" name="6 Imagen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65507" y="1410451"/>
              <a:ext cx="2035336" cy="5158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6" descr="C:\Users\montanag\Desktop\presidencia-escudo-nuevopais.jp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9407" y="1477309"/>
              <a:ext cx="890343" cy="3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11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497577" y="76229"/>
            <a:ext cx="1313358" cy="734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14 Rectángulo"/>
          <p:cNvSpPr/>
          <p:nvPr userDrawn="1"/>
        </p:nvSpPr>
        <p:spPr>
          <a:xfrm>
            <a:off x="2319619" y="102519"/>
            <a:ext cx="3130895" cy="685037"/>
          </a:xfrm>
          <a:prstGeom prst="rect">
            <a:avLst/>
          </a:prstGeom>
          <a:solidFill>
            <a:srgbClr val="00407E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atin typeface="Myriad Pro" pitchFamily="34" charset="0"/>
            </a:endParaRPr>
          </a:p>
        </p:txBody>
      </p:sp>
      <p:sp>
        <p:nvSpPr>
          <p:cNvPr id="16" name="1 Título"/>
          <p:cNvSpPr txBox="1">
            <a:spLocks/>
          </p:cNvSpPr>
          <p:nvPr userDrawn="1"/>
        </p:nvSpPr>
        <p:spPr bwMode="auto">
          <a:xfrm>
            <a:off x="2319619" y="102518"/>
            <a:ext cx="3130895" cy="685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s-CO" sz="1800" b="1" kern="12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Droid Sans" panose="020B0606030804020204" pitchFamily="34" charset="0"/>
                <a:cs typeface="Droid Sans" panose="020B060603080402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9347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1 Marcador de título"/>
          <p:cNvSpPr>
            <a:spLocks noGrp="1"/>
          </p:cNvSpPr>
          <p:nvPr>
            <p:ph type="title"/>
          </p:nvPr>
        </p:nvSpPr>
        <p:spPr bwMode="auto">
          <a:xfrm>
            <a:off x="342900" y="366184"/>
            <a:ext cx="6172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 dirty="0" smtClean="0"/>
              <a:t>Haga clic para modificar el estilo de título del patrón</a:t>
            </a:r>
            <a:endParaRPr lang="es-CO" altLang="es-CO" dirty="0" smtClean="0"/>
          </a:p>
        </p:txBody>
      </p:sp>
      <p:sp>
        <p:nvSpPr>
          <p:cNvPr id="2051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342900" y="2133601"/>
            <a:ext cx="6172200" cy="6034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 smtClean="0"/>
              <a:t>Haga clic para modificar el estilo de texto del patrón</a:t>
            </a:r>
          </a:p>
          <a:p>
            <a:pPr lvl="1"/>
            <a:r>
              <a:rPr lang="es-ES" altLang="es-CO" smtClean="0"/>
              <a:t>Segundo nivel</a:t>
            </a:r>
          </a:p>
          <a:p>
            <a:pPr lvl="2"/>
            <a:r>
              <a:rPr lang="es-ES" altLang="es-CO" smtClean="0"/>
              <a:t>Tercer nivel</a:t>
            </a:r>
          </a:p>
          <a:p>
            <a:pPr lvl="3"/>
            <a:r>
              <a:rPr lang="es-ES" altLang="es-CO" smtClean="0"/>
              <a:t>Cuarto nivel</a:t>
            </a:r>
          </a:p>
          <a:p>
            <a:pPr lvl="4"/>
            <a:r>
              <a:rPr lang="es-ES" altLang="es-CO" smtClean="0"/>
              <a:t>Quinto nivel</a:t>
            </a:r>
            <a:endParaRPr lang="es-CO" altLang="es-CO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B94F8E99-07C9-4455-8DB1-079A6DED768E}" type="datetimeFigureOut">
              <a:rPr lang="es-CO"/>
              <a:pPr>
                <a:defRPr/>
              </a:pPr>
              <a:t>07/02/2018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fld id="{D062535A-FF41-41A3-8B1F-7031BBF05370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  <p:sp>
        <p:nvSpPr>
          <p:cNvPr id="8" name="7 Rectángulo"/>
          <p:cNvSpPr/>
          <p:nvPr/>
        </p:nvSpPr>
        <p:spPr bwMode="auto">
          <a:xfrm>
            <a:off x="0" y="8866718"/>
            <a:ext cx="6858000" cy="298449"/>
          </a:xfrm>
          <a:prstGeom prst="rect">
            <a:avLst/>
          </a:prstGeom>
          <a:solidFill>
            <a:srgbClr val="0F3E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/>
          </a:p>
        </p:txBody>
      </p:sp>
      <p:sp>
        <p:nvSpPr>
          <p:cNvPr id="14" name="11 CuadroTexto"/>
          <p:cNvSpPr txBox="1">
            <a:spLocks noChangeArrowheads="1"/>
          </p:cNvSpPr>
          <p:nvPr/>
        </p:nvSpPr>
        <p:spPr bwMode="auto">
          <a:xfrm>
            <a:off x="0" y="8888642"/>
            <a:ext cx="6858000" cy="20005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defPPr>
              <a:defRPr lang="es-CO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r>
              <a:rPr lang="es-MX" sz="700" dirty="0" smtClean="0">
                <a:solidFill>
                  <a:schemeClr val="bg1"/>
                </a:solidFill>
              </a:rPr>
              <a:t>Todos los derechos reservados ©  - Escuela Superior de Guerra - Carrera 11 No. 102-50, Bogotá. www.esdegue.edu.co</a:t>
            </a:r>
            <a:endParaRPr lang="es-CO" sz="700" dirty="0" smtClean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810" r:id="rId2"/>
    <p:sldLayoutId id="2147483799" r:id="rId3"/>
    <p:sldLayoutId id="2147483801" r:id="rId4"/>
    <p:sldLayoutId id="2147483802" r:id="rId5"/>
    <p:sldLayoutId id="2147483803" r:id="rId6"/>
    <p:sldLayoutId id="2147483804" r:id="rId7"/>
    <p:sldLayoutId id="2147483800" r:id="rId8"/>
    <p:sldLayoutId id="2147483805" r:id="rId9"/>
    <p:sldLayoutId id="2147483806" r:id="rId10"/>
    <p:sldLayoutId id="2147483807" r:id="rId11"/>
    <p:sldLayoutId id="2147483808" r:id="rId12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sz="half" idx="1"/>
          </p:nvPr>
        </p:nvSpPr>
        <p:spPr>
          <a:xfrm>
            <a:off x="138023" y="4859305"/>
            <a:ext cx="4857752" cy="3577329"/>
          </a:xfrm>
        </p:spPr>
        <p:txBody>
          <a:bodyPr/>
          <a:lstStyle/>
          <a:p>
            <a:pPr algn="just"/>
            <a:r>
              <a:rPr lang="es-ES_tradnl" sz="1400" dirty="0" smtClean="0"/>
              <a:t>Evitar </a:t>
            </a:r>
            <a:r>
              <a:rPr lang="es-ES_tradnl" sz="1400" dirty="0"/>
              <a:t>las rutinas marcadas en los desplazamientos hacia sus lugares de residencia (se recomienda por lo menos una vez a la semana tomar un camino distinto), variar horarios para evitar ser objetos del </a:t>
            </a:r>
            <a:r>
              <a:rPr lang="es-ES_tradnl" sz="1400" dirty="0" smtClean="0"/>
              <a:t>denominado Plan </a:t>
            </a:r>
            <a:r>
              <a:rPr lang="es-ES_tradnl" sz="1400" dirty="0"/>
              <a:t>Pistola</a:t>
            </a:r>
            <a:r>
              <a:rPr lang="es-ES_tradnl" sz="1400" dirty="0" smtClean="0"/>
              <a:t>.</a:t>
            </a:r>
          </a:p>
          <a:p>
            <a:pPr lvl="0" algn="just"/>
            <a:r>
              <a:rPr lang="es-ES" sz="1400" dirty="0" smtClean="0"/>
              <a:t>No </a:t>
            </a:r>
            <a:r>
              <a:rPr lang="es-ES" sz="1400" dirty="0"/>
              <a:t>transitar en camuflado fuera de las unidades </a:t>
            </a:r>
            <a:r>
              <a:rPr lang="es-ES" sz="1400" dirty="0" smtClean="0"/>
              <a:t>Militares, </a:t>
            </a:r>
            <a:r>
              <a:rPr lang="es-ES_tradnl" sz="1400" dirty="0"/>
              <a:t>utilizar traje civil en la calle y en el transporte público.</a:t>
            </a:r>
            <a:r>
              <a:rPr lang="es-ES" sz="1400" dirty="0" smtClean="0"/>
              <a:t>.</a:t>
            </a:r>
            <a:endParaRPr lang="es-CO" sz="1400" dirty="0"/>
          </a:p>
          <a:p>
            <a:pPr lvl="0" algn="just"/>
            <a:r>
              <a:rPr lang="es-ES" sz="1400" dirty="0" smtClean="0"/>
              <a:t>No </a:t>
            </a:r>
            <a:r>
              <a:rPr lang="es-ES" sz="1400" dirty="0"/>
              <a:t>acepte ningún tipo de bebida, dulces o cigarrillos de desconocidos cuando se encuentre en algún evento social o bares.</a:t>
            </a:r>
            <a:endParaRPr lang="es-CO" sz="1400" dirty="0"/>
          </a:p>
          <a:p>
            <a:pPr lvl="0" algn="just"/>
            <a:r>
              <a:rPr lang="es-ES" sz="1400" dirty="0"/>
              <a:t>No acepte demostraciones de productos (inhalación de perfumes) que se suelen vender en la calle o fuera de Centros Comerciales</a:t>
            </a:r>
            <a:r>
              <a:rPr lang="es-ES" sz="1400" dirty="0" smtClean="0"/>
              <a:t>.</a:t>
            </a:r>
          </a:p>
          <a:p>
            <a:pPr lvl="0" algn="just"/>
            <a:r>
              <a:rPr lang="es-ES_tradnl" sz="1400" dirty="0"/>
              <a:t>Extremar medidas de seguridad, inclusive del personal que sale a realizar algún deporte, se recomienda no utilizar uniforme y/o insignias que lo identifiquen como militar</a:t>
            </a:r>
            <a:r>
              <a:rPr lang="es-ES_tradnl" sz="1400" dirty="0" smtClean="0"/>
              <a:t>.</a:t>
            </a:r>
            <a:endParaRPr lang="es-CO" sz="1400" dirty="0"/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2319619" y="119690"/>
            <a:ext cx="3130895" cy="685036"/>
          </a:xfrm>
        </p:spPr>
        <p:txBody>
          <a:bodyPr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Boletín seguridad de personas</a:t>
            </a:r>
            <a:endParaRPr lang="es-CO" dirty="0"/>
          </a:p>
        </p:txBody>
      </p:sp>
      <p:grpSp>
        <p:nvGrpSpPr>
          <p:cNvPr id="8" name="7 Grupo"/>
          <p:cNvGrpSpPr/>
          <p:nvPr/>
        </p:nvGrpSpPr>
        <p:grpSpPr>
          <a:xfrm>
            <a:off x="138022" y="931653"/>
            <a:ext cx="6590581" cy="2932981"/>
            <a:chOff x="0" y="914400"/>
            <a:chExt cx="6858000" cy="2932981"/>
          </a:xfrm>
        </p:grpSpPr>
        <p:sp>
          <p:nvSpPr>
            <p:cNvPr id="7" name="6 Rectángulo redondeado"/>
            <p:cNvSpPr/>
            <p:nvPr/>
          </p:nvSpPr>
          <p:spPr>
            <a:xfrm>
              <a:off x="0" y="914400"/>
              <a:ext cx="6858000" cy="2932981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5 CuadroTexto"/>
            <p:cNvSpPr txBox="1"/>
            <p:nvPr/>
          </p:nvSpPr>
          <p:spPr>
            <a:xfrm>
              <a:off x="0" y="1059445"/>
              <a:ext cx="6858000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CULTURA DE LA SEGURIDAD</a:t>
              </a:r>
            </a:p>
            <a:p>
              <a:endParaRPr lang="es-CO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r>
                <a:rPr lang="es-CO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</a:t>
              </a:r>
              <a:r>
                <a:rPr lang="es-CO" b="1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omo </a:t>
              </a:r>
              <a:r>
                <a:rPr lang="es-CO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</a:t>
              </a:r>
              <a:r>
                <a:rPr lang="es-CO" b="1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mplantar una </a:t>
              </a:r>
              <a:r>
                <a:rPr lang="es-CO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</a:t>
              </a:r>
              <a:r>
                <a:rPr lang="es-CO" b="1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ultura de Seguridad?</a:t>
              </a:r>
              <a:endParaRPr lang="es-CO" dirty="0">
                <a:solidFill>
                  <a:srgbClr val="FF0000"/>
                </a:solidFill>
              </a:endParaRPr>
            </a:p>
            <a:p>
              <a:pPr algn="just"/>
              <a:r>
                <a:rPr lang="es-CO" dirty="0" smtClean="0">
                  <a:latin typeface="+mj-lt"/>
                </a:rPr>
                <a:t>Para implantar un cultura de seguridad fuerte hay que entender un caso; no es algo que se compre con dinero o se escriba en un papel, sino que </a:t>
              </a:r>
              <a:r>
                <a:rPr lang="es-CO" b="1" dirty="0" smtClean="0">
                  <a:latin typeface="+mj-lt"/>
                </a:rPr>
                <a:t>es cuestión de educación, </a:t>
              </a:r>
              <a:r>
                <a:rPr lang="es-CO" dirty="0" smtClean="0">
                  <a:latin typeface="+mj-lt"/>
                </a:rPr>
                <a:t>por lo que no basta con decir lo que hay que hacer, sino que </a:t>
              </a:r>
              <a:r>
                <a:rPr lang="es-CO" b="1" dirty="0" smtClean="0">
                  <a:latin typeface="+mj-lt"/>
                </a:rPr>
                <a:t>hay que conseguir que las personas interioricen los principios de seguridad </a:t>
              </a:r>
              <a:r>
                <a:rPr lang="es-CO" dirty="0" smtClean="0">
                  <a:latin typeface="+mj-lt"/>
                </a:rPr>
                <a:t>para que hagan las tareas bien por si mismo y no porque alguien les esta vigilando.</a:t>
              </a:r>
              <a:endParaRPr lang="es-CO" dirty="0">
                <a:latin typeface="+mj-lt"/>
              </a:endParaRPr>
            </a:p>
          </p:txBody>
        </p:sp>
      </p:grpSp>
      <p:sp>
        <p:nvSpPr>
          <p:cNvPr id="9" name="8 CuadroTexto"/>
          <p:cNvSpPr txBox="1"/>
          <p:nvPr/>
        </p:nvSpPr>
        <p:spPr>
          <a:xfrm>
            <a:off x="138023" y="4073575"/>
            <a:ext cx="6590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 smtClean="0">
                <a:solidFill>
                  <a:srgbClr val="FF0000"/>
                </a:solidFill>
              </a:rPr>
              <a:t>Algunas Medidas que se pueden tomar para mejorar las medidas de seguridad personal</a:t>
            </a:r>
          </a:p>
        </p:txBody>
      </p:sp>
      <p:pic>
        <p:nvPicPr>
          <p:cNvPr id="11" name="10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672" y="5029469"/>
            <a:ext cx="1422819" cy="1259996"/>
          </a:xfrm>
          <a:prstGeom prst="rect">
            <a:avLst/>
          </a:prstGeom>
        </p:spPr>
      </p:pic>
      <p:pic>
        <p:nvPicPr>
          <p:cNvPr id="12" name="11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672" y="6582489"/>
            <a:ext cx="1388853" cy="138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2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2319619" y="119690"/>
            <a:ext cx="3130895" cy="685036"/>
          </a:xfrm>
        </p:spPr>
        <p:txBody>
          <a:bodyPr/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Boletín seguridad de personas</a:t>
            </a:r>
            <a:endParaRPr lang="es-CO" dirty="0"/>
          </a:p>
        </p:txBody>
      </p:sp>
      <p:grpSp>
        <p:nvGrpSpPr>
          <p:cNvPr id="13" name="12 Grupo"/>
          <p:cNvGrpSpPr/>
          <p:nvPr/>
        </p:nvGrpSpPr>
        <p:grpSpPr>
          <a:xfrm>
            <a:off x="138022" y="931654"/>
            <a:ext cx="6590581" cy="1547290"/>
            <a:chOff x="0" y="914400"/>
            <a:chExt cx="6858000" cy="3207798"/>
          </a:xfrm>
        </p:grpSpPr>
        <p:sp>
          <p:nvSpPr>
            <p:cNvPr id="14" name="13 Rectángulo redondeado"/>
            <p:cNvSpPr/>
            <p:nvPr/>
          </p:nvSpPr>
          <p:spPr>
            <a:xfrm>
              <a:off x="0" y="914400"/>
              <a:ext cx="6858000" cy="2932981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0" y="1059443"/>
              <a:ext cx="6858000" cy="3062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CULTURA DE LA SEGURIDAD</a:t>
              </a:r>
            </a:p>
            <a:p>
              <a:pPr algn="ctr"/>
              <a:endParaRPr lang="es-CO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just"/>
              <a:r>
                <a:rPr lang="es-CO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 continuación detallaremos algunos principios de la cultura de seguridad:</a:t>
              </a:r>
              <a:endParaRPr lang="es-CO" dirty="0" smtClean="0"/>
            </a:p>
            <a:p>
              <a:endParaRPr lang="es-CO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1816422896"/>
              </p:ext>
            </p:extLst>
          </p:nvPr>
        </p:nvGraphicFramePr>
        <p:xfrm>
          <a:off x="138021" y="2478944"/>
          <a:ext cx="6590581" cy="6302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8872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680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lantilla ESDEGUE (2016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365</Words>
  <Application>Microsoft Office PowerPoint</Application>
  <PresentationFormat>Presentación en pantalla (4:3)</PresentationFormat>
  <Paragraphs>29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Plantilla ESDEGUE (2016)</vt:lpstr>
      <vt:lpstr>Boletín seguridad de personas</vt:lpstr>
      <vt:lpstr>Boletín seguridad de personas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Boletín seguridad de la información</dc:title>
  <dc:creator>CPCIM.Leon Gomez Carlos Virgilio</dc:creator>
  <cp:lastModifiedBy>CP. Miranda Garcia Rodolfo</cp:lastModifiedBy>
  <cp:revision>28</cp:revision>
  <dcterms:created xsi:type="dcterms:W3CDTF">2016-06-21T19:42:53Z</dcterms:created>
  <dcterms:modified xsi:type="dcterms:W3CDTF">2018-02-07T15:44:01Z</dcterms:modified>
</cp:coreProperties>
</file>